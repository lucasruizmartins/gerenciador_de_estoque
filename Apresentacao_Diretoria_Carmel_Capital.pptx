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4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3E87F7-9434-4329-B32A-F7B3CB05ED99}" v="65" dt="2026-05-12T14:14:41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34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Martins" userId="fcc9a4c5-6fa9-4642-b584-dd9dc2d5bcbe" providerId="ADAL" clId="{EA855D8E-7BF2-4565-8C01-D17E72101142}"/>
    <pc:docChg chg="undo custSel delSld modSld">
      <pc:chgData name="Lucas Martins" userId="fcc9a4c5-6fa9-4642-b584-dd9dc2d5bcbe" providerId="ADAL" clId="{EA855D8E-7BF2-4565-8C01-D17E72101142}" dt="2026-05-08T16:45:55.101" v="603" actId="2696"/>
      <pc:docMkLst>
        <pc:docMk/>
      </pc:docMkLst>
      <pc:sldChg chg="addSp delSp modSp mod">
        <pc:chgData name="Lucas Martins" userId="fcc9a4c5-6fa9-4642-b584-dd9dc2d5bcbe" providerId="ADAL" clId="{EA855D8E-7BF2-4565-8C01-D17E72101142}" dt="2026-05-08T16:34:00.143" v="213" actId="1076"/>
        <pc:sldMkLst>
          <pc:docMk/>
          <pc:sldMk cId="0" sldId="256"/>
        </pc:sldMkLst>
        <pc:spChg chg="mod">
          <ac:chgData name="Lucas Martins" userId="fcc9a4c5-6fa9-4642-b584-dd9dc2d5bcbe" providerId="ADAL" clId="{EA855D8E-7BF2-4565-8C01-D17E72101142}" dt="2026-05-08T16:26:02.046" v="88" actId="1076"/>
          <ac:spMkLst>
            <pc:docMk/>
            <pc:sldMk cId="0" sldId="256"/>
            <ac:spMk id="2" creationId="{00000000-0000-0000-0000-000000000000}"/>
          </ac:spMkLst>
        </pc:spChg>
        <pc:spChg chg="mod ord topLvl">
          <ac:chgData name="Lucas Martins" userId="fcc9a4c5-6fa9-4642-b584-dd9dc2d5bcbe" providerId="ADAL" clId="{EA855D8E-7BF2-4565-8C01-D17E72101142}" dt="2026-05-08T16:28:37.429" v="111" actId="14100"/>
          <ac:spMkLst>
            <pc:docMk/>
            <pc:sldMk cId="0" sldId="256"/>
            <ac:spMk id="8" creationId="{D8E08BE1-0042-F6B5-3992-5FD4B26F6EBC}"/>
          </ac:spMkLst>
        </pc:spChg>
        <pc:spChg chg="add mod">
          <ac:chgData name="Lucas Martins" userId="fcc9a4c5-6fa9-4642-b584-dd9dc2d5bcbe" providerId="ADAL" clId="{EA855D8E-7BF2-4565-8C01-D17E72101142}" dt="2026-05-08T16:25:22.214" v="78" actId="207"/>
          <ac:spMkLst>
            <pc:docMk/>
            <pc:sldMk cId="0" sldId="256"/>
            <ac:spMk id="11" creationId="{184C56AE-F410-31B0-5374-82CD30A4B852}"/>
          </ac:spMkLst>
        </pc:spChg>
        <pc:picChg chg="add mod ord">
          <ac:chgData name="Lucas Martins" userId="fcc9a4c5-6fa9-4642-b584-dd9dc2d5bcbe" providerId="ADAL" clId="{EA855D8E-7BF2-4565-8C01-D17E72101142}" dt="2026-05-08T16:25:57.069" v="87" actId="1076"/>
          <ac:picMkLst>
            <pc:docMk/>
            <pc:sldMk cId="0" sldId="256"/>
            <ac:picMk id="10" creationId="{1D21F637-CE4D-A851-FB9A-360F5E5D67BF}"/>
          </ac:picMkLst>
        </pc:picChg>
        <pc:picChg chg="add mod">
          <ac:chgData name="Lucas Martins" userId="fcc9a4c5-6fa9-4642-b584-dd9dc2d5bcbe" providerId="ADAL" clId="{EA855D8E-7BF2-4565-8C01-D17E72101142}" dt="2026-05-08T16:24:37.674" v="76"/>
          <ac:picMkLst>
            <pc:docMk/>
            <pc:sldMk cId="0" sldId="256"/>
            <ac:picMk id="12" creationId="{4A1ECD55-FF37-A767-5235-ED7B98F016BC}"/>
          </ac:picMkLst>
        </pc:picChg>
      </pc:sldChg>
      <pc:sldChg chg="addSp delSp modSp mod">
        <pc:chgData name="Lucas Martins" userId="fcc9a4c5-6fa9-4642-b584-dd9dc2d5bcbe" providerId="ADAL" clId="{EA855D8E-7BF2-4565-8C01-D17E72101142}" dt="2026-05-08T16:35:59.507" v="464" actId="20577"/>
        <pc:sldMkLst>
          <pc:docMk/>
          <pc:sldMk cId="0" sldId="257"/>
        </pc:sldMkLst>
        <pc:spChg chg="mod">
          <ac:chgData name="Lucas Martins" userId="fcc9a4c5-6fa9-4642-b584-dd9dc2d5bcbe" providerId="ADAL" clId="{EA855D8E-7BF2-4565-8C01-D17E72101142}" dt="2026-05-08T16:35:59.507" v="464" actId="20577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Lucas Martins" userId="fcc9a4c5-6fa9-4642-b584-dd9dc2d5bcbe" providerId="ADAL" clId="{EA855D8E-7BF2-4565-8C01-D17E72101142}" dt="2026-05-08T16:28:02.576" v="100"/>
          <ac:spMkLst>
            <pc:docMk/>
            <pc:sldMk cId="0" sldId="257"/>
            <ac:spMk id="5" creationId="{DDA63EFB-5E89-EDC7-C835-CC83C0E928F3}"/>
          </ac:spMkLst>
        </pc:spChg>
        <pc:spChg chg="add mod">
          <ac:chgData name="Lucas Martins" userId="fcc9a4c5-6fa9-4642-b584-dd9dc2d5bcbe" providerId="ADAL" clId="{EA855D8E-7BF2-4565-8C01-D17E72101142}" dt="2026-05-08T16:32:46.363" v="149" actId="1076"/>
          <ac:spMkLst>
            <pc:docMk/>
            <pc:sldMk cId="0" sldId="257"/>
            <ac:spMk id="6" creationId="{F377C3C0-4100-4BC9-FA16-F0D5AA002B42}"/>
          </ac:spMkLst>
        </pc:spChg>
        <pc:picChg chg="add mod ord">
          <ac:chgData name="Lucas Martins" userId="fcc9a4c5-6fa9-4642-b584-dd9dc2d5bcbe" providerId="ADAL" clId="{EA855D8E-7BF2-4565-8C01-D17E72101142}" dt="2026-05-08T16:27:57.524" v="99" actId="167"/>
          <ac:picMkLst>
            <pc:docMk/>
            <pc:sldMk cId="0" sldId="257"/>
            <ac:picMk id="4" creationId="{6396CB0D-BDFB-FB90-920F-794D22B335E1}"/>
          </ac:picMkLst>
        </pc:picChg>
        <pc:picChg chg="add mod">
          <ac:chgData name="Lucas Martins" userId="fcc9a4c5-6fa9-4642-b584-dd9dc2d5bcbe" providerId="ADAL" clId="{EA855D8E-7BF2-4565-8C01-D17E72101142}" dt="2026-05-08T16:28:38.730" v="112"/>
          <ac:picMkLst>
            <pc:docMk/>
            <pc:sldMk cId="0" sldId="257"/>
            <ac:picMk id="7" creationId="{7655C002-4913-4A7E-EC67-8AFB2BABCAC2}"/>
          </ac:picMkLst>
        </pc:picChg>
      </pc:sldChg>
      <pc:sldChg chg="addSp delSp modSp mod">
        <pc:chgData name="Lucas Martins" userId="fcc9a4c5-6fa9-4642-b584-dd9dc2d5bcbe" providerId="ADAL" clId="{EA855D8E-7BF2-4565-8C01-D17E72101142}" dt="2026-05-08T16:43:22.427" v="551" actId="403"/>
        <pc:sldMkLst>
          <pc:docMk/>
          <pc:sldMk cId="0" sldId="258"/>
        </pc:sldMkLst>
        <pc:spChg chg="add mod ord">
          <ac:chgData name="Lucas Martins" userId="fcc9a4c5-6fa9-4642-b584-dd9dc2d5bcbe" providerId="ADAL" clId="{EA855D8E-7BF2-4565-8C01-D17E72101142}" dt="2026-05-08T16:43:22.427" v="551" actId="403"/>
          <ac:spMkLst>
            <pc:docMk/>
            <pc:sldMk cId="0" sldId="258"/>
            <ac:spMk id="5" creationId="{AEAC5D22-1765-47A7-5BFB-60D52C6911AB}"/>
          </ac:spMkLst>
        </pc:spChg>
        <pc:spChg chg="add mod ord">
          <ac:chgData name="Lucas Martins" userId="fcc9a4c5-6fa9-4642-b584-dd9dc2d5bcbe" providerId="ADAL" clId="{EA855D8E-7BF2-4565-8C01-D17E72101142}" dt="2026-05-08T16:32:50.801" v="151" actId="167"/>
          <ac:spMkLst>
            <pc:docMk/>
            <pc:sldMk cId="0" sldId="258"/>
            <ac:spMk id="7" creationId="{D8E92F33-AAFD-BD49-D1A6-429330771B80}"/>
          </ac:spMkLst>
        </pc:spChg>
        <pc:picChg chg="add mod ord">
          <ac:chgData name="Lucas Martins" userId="fcc9a4c5-6fa9-4642-b584-dd9dc2d5bcbe" providerId="ADAL" clId="{EA855D8E-7BF2-4565-8C01-D17E72101142}" dt="2026-05-08T16:32:52.656" v="152" actId="167"/>
          <ac:picMkLst>
            <pc:docMk/>
            <pc:sldMk cId="0" sldId="258"/>
            <ac:picMk id="4" creationId="{F0F42263-F666-6307-3A66-AF1A1F665AAE}"/>
          </ac:picMkLst>
        </pc:picChg>
      </pc:sldChg>
      <pc:sldChg chg="addSp modSp mod">
        <pc:chgData name="Lucas Martins" userId="fcc9a4c5-6fa9-4642-b584-dd9dc2d5bcbe" providerId="ADAL" clId="{EA855D8E-7BF2-4565-8C01-D17E72101142}" dt="2026-05-08T16:45:31.617" v="600" actId="20577"/>
        <pc:sldMkLst>
          <pc:docMk/>
          <pc:sldMk cId="0" sldId="259"/>
        </pc:sldMkLst>
        <pc:spChg chg="mod">
          <ac:chgData name="Lucas Martins" userId="fcc9a4c5-6fa9-4642-b584-dd9dc2d5bcbe" providerId="ADAL" clId="{EA855D8E-7BF2-4565-8C01-D17E72101142}" dt="2026-05-08T16:39:19.093" v="513" actId="404"/>
          <ac:spMkLst>
            <pc:docMk/>
            <pc:sldMk cId="0" sldId="259"/>
            <ac:spMk id="2" creationId="{00000000-0000-0000-0000-000000000000}"/>
          </ac:spMkLst>
        </pc:spChg>
        <pc:spChg chg="add mod ord">
          <ac:chgData name="Lucas Martins" userId="fcc9a4c5-6fa9-4642-b584-dd9dc2d5bcbe" providerId="ADAL" clId="{EA855D8E-7BF2-4565-8C01-D17E72101142}" dt="2026-05-08T16:38:10.222" v="492" actId="167"/>
          <ac:spMkLst>
            <pc:docMk/>
            <pc:sldMk cId="0" sldId="259"/>
            <ac:spMk id="5" creationId="{7DC8773E-C766-CAB6-4C29-259A718DE7C5}"/>
          </ac:spMkLst>
        </pc:spChg>
        <pc:picChg chg="add mod ord">
          <ac:chgData name="Lucas Martins" userId="fcc9a4c5-6fa9-4642-b584-dd9dc2d5bcbe" providerId="ADAL" clId="{EA855D8E-7BF2-4565-8C01-D17E72101142}" dt="2026-05-08T16:38:10.222" v="492" actId="167"/>
          <ac:picMkLst>
            <pc:docMk/>
            <pc:sldMk cId="0" sldId="259"/>
            <ac:picMk id="4" creationId="{870B8AE3-CCB8-30CD-C570-B5EDD15FFE7B}"/>
          </ac:picMkLst>
        </pc:picChg>
      </pc:sldChg>
      <pc:sldChg chg="addSp modSp mod">
        <pc:chgData name="Lucas Martins" userId="fcc9a4c5-6fa9-4642-b584-dd9dc2d5bcbe" providerId="ADAL" clId="{EA855D8E-7BF2-4565-8C01-D17E72101142}" dt="2026-05-08T16:45:15.556" v="592" actId="20577"/>
        <pc:sldMkLst>
          <pc:docMk/>
          <pc:sldMk cId="0" sldId="260"/>
        </pc:sldMkLst>
        <pc:spChg chg="mod">
          <ac:chgData name="Lucas Martins" userId="fcc9a4c5-6fa9-4642-b584-dd9dc2d5bcbe" providerId="ADAL" clId="{EA855D8E-7BF2-4565-8C01-D17E72101142}" dt="2026-05-08T16:39:02.212" v="507" actId="14100"/>
          <ac:spMkLst>
            <pc:docMk/>
            <pc:sldMk cId="0" sldId="260"/>
            <ac:spMk id="2" creationId="{00000000-0000-0000-0000-000000000000}"/>
          </ac:spMkLst>
        </pc:spChg>
        <pc:spChg chg="add mod ord">
          <ac:chgData name="Lucas Martins" userId="fcc9a4c5-6fa9-4642-b584-dd9dc2d5bcbe" providerId="ADAL" clId="{EA855D8E-7BF2-4565-8C01-D17E72101142}" dt="2026-05-08T16:38:21.432" v="494" actId="167"/>
          <ac:spMkLst>
            <pc:docMk/>
            <pc:sldMk cId="0" sldId="260"/>
            <ac:spMk id="5" creationId="{0CBB819D-7262-D67D-2229-38B42F5DDF92}"/>
          </ac:spMkLst>
        </pc:spChg>
        <pc:picChg chg="add mod ord">
          <ac:chgData name="Lucas Martins" userId="fcc9a4c5-6fa9-4642-b584-dd9dc2d5bcbe" providerId="ADAL" clId="{EA855D8E-7BF2-4565-8C01-D17E72101142}" dt="2026-05-08T16:38:21.432" v="494" actId="167"/>
          <ac:picMkLst>
            <pc:docMk/>
            <pc:sldMk cId="0" sldId="260"/>
            <ac:picMk id="4" creationId="{2E300EC1-37B2-1EF0-EC70-579157276BA6}"/>
          </ac:picMkLst>
        </pc:picChg>
      </pc:sldChg>
      <pc:sldChg chg="addSp modSp mod">
        <pc:chgData name="Lucas Martins" userId="fcc9a4c5-6fa9-4642-b584-dd9dc2d5bcbe" providerId="ADAL" clId="{EA855D8E-7BF2-4565-8C01-D17E72101142}" dt="2026-05-08T16:41:06.496" v="548" actId="113"/>
        <pc:sldMkLst>
          <pc:docMk/>
          <pc:sldMk cId="0" sldId="262"/>
        </pc:sldMkLst>
        <pc:spChg chg="mod">
          <ac:chgData name="Lucas Martins" userId="fcc9a4c5-6fa9-4642-b584-dd9dc2d5bcbe" providerId="ADAL" clId="{EA855D8E-7BF2-4565-8C01-D17E72101142}" dt="2026-05-08T16:40:39.518" v="540" actId="404"/>
          <ac:spMkLst>
            <pc:docMk/>
            <pc:sldMk cId="0" sldId="262"/>
            <ac:spMk id="2" creationId="{00000000-0000-0000-0000-000000000000}"/>
          </ac:spMkLst>
        </pc:spChg>
        <pc:spChg chg="add mod ord">
          <ac:chgData name="Lucas Martins" userId="fcc9a4c5-6fa9-4642-b584-dd9dc2d5bcbe" providerId="ADAL" clId="{EA855D8E-7BF2-4565-8C01-D17E72101142}" dt="2026-05-08T16:38:28.484" v="498" actId="167"/>
          <ac:spMkLst>
            <pc:docMk/>
            <pc:sldMk cId="0" sldId="262"/>
            <ac:spMk id="5" creationId="{7D478ABD-414E-DE29-D0D8-8F87498245CE}"/>
          </ac:spMkLst>
        </pc:spChg>
        <pc:picChg chg="add mod ord">
          <ac:chgData name="Lucas Martins" userId="fcc9a4c5-6fa9-4642-b584-dd9dc2d5bcbe" providerId="ADAL" clId="{EA855D8E-7BF2-4565-8C01-D17E72101142}" dt="2026-05-08T16:40:29.463" v="533" actId="1076"/>
          <ac:picMkLst>
            <pc:docMk/>
            <pc:sldMk cId="0" sldId="262"/>
            <ac:picMk id="4" creationId="{9FB1FD72-6781-4954-A9CA-9EC19A8B5728}"/>
          </ac:picMkLst>
        </pc:picChg>
        <pc:picChg chg="add mod ord">
          <ac:chgData name="Lucas Martins" userId="fcc9a4c5-6fa9-4642-b584-dd9dc2d5bcbe" providerId="ADAL" clId="{EA855D8E-7BF2-4565-8C01-D17E72101142}" dt="2026-05-08T16:38:28.484" v="498" actId="167"/>
          <ac:picMkLst>
            <pc:docMk/>
            <pc:sldMk cId="0" sldId="262"/>
            <ac:picMk id="6" creationId="{7B2FFAB4-5E98-2352-E1E2-40BDCDEC8ED7}"/>
          </ac:picMkLst>
        </pc:picChg>
      </pc:sldChg>
      <pc:sldChg chg="addSp modSp mod">
        <pc:chgData name="Lucas Martins" userId="fcc9a4c5-6fa9-4642-b584-dd9dc2d5bcbe" providerId="ADAL" clId="{EA855D8E-7BF2-4565-8C01-D17E72101142}" dt="2026-05-08T16:41:11.967" v="550" actId="113"/>
        <pc:sldMkLst>
          <pc:docMk/>
          <pc:sldMk cId="0" sldId="263"/>
        </pc:sldMkLst>
        <pc:spChg chg="mod">
          <ac:chgData name="Lucas Martins" userId="fcc9a4c5-6fa9-4642-b584-dd9dc2d5bcbe" providerId="ADAL" clId="{EA855D8E-7BF2-4565-8C01-D17E72101142}" dt="2026-05-08T16:40:54.306" v="546" actId="404"/>
          <ac:spMkLst>
            <pc:docMk/>
            <pc:sldMk cId="0" sldId="263"/>
            <ac:spMk id="2" creationId="{00000000-0000-0000-0000-000000000000}"/>
          </ac:spMkLst>
        </pc:spChg>
        <pc:spChg chg="mod">
          <ac:chgData name="Lucas Martins" userId="fcc9a4c5-6fa9-4642-b584-dd9dc2d5bcbe" providerId="ADAL" clId="{EA855D8E-7BF2-4565-8C01-D17E72101142}" dt="2026-05-08T16:41:11.967" v="550" actId="113"/>
          <ac:spMkLst>
            <pc:docMk/>
            <pc:sldMk cId="0" sldId="263"/>
            <ac:spMk id="3" creationId="{00000000-0000-0000-0000-000000000000}"/>
          </ac:spMkLst>
        </pc:spChg>
        <pc:spChg chg="add mod ord">
          <ac:chgData name="Lucas Martins" userId="fcc9a4c5-6fa9-4642-b584-dd9dc2d5bcbe" providerId="ADAL" clId="{EA855D8E-7BF2-4565-8C01-D17E72101142}" dt="2026-05-08T16:38:33.174" v="500" actId="167"/>
          <ac:spMkLst>
            <pc:docMk/>
            <pc:sldMk cId="0" sldId="263"/>
            <ac:spMk id="5" creationId="{F627FECD-AE04-48F1-C6FA-10D95DFB0B82}"/>
          </ac:spMkLst>
        </pc:spChg>
        <pc:picChg chg="add mod ord">
          <ac:chgData name="Lucas Martins" userId="fcc9a4c5-6fa9-4642-b584-dd9dc2d5bcbe" providerId="ADAL" clId="{EA855D8E-7BF2-4565-8C01-D17E72101142}" dt="2026-05-08T16:38:33.174" v="500" actId="167"/>
          <ac:picMkLst>
            <pc:docMk/>
            <pc:sldMk cId="0" sldId="263"/>
            <ac:picMk id="4" creationId="{C24A1F41-078A-FFB0-5B7F-AF0BAC6467F0}"/>
          </ac:picMkLst>
        </pc:picChg>
        <pc:picChg chg="add mod ord">
          <ac:chgData name="Lucas Martins" userId="fcc9a4c5-6fa9-4642-b584-dd9dc2d5bcbe" providerId="ADAL" clId="{EA855D8E-7BF2-4565-8C01-D17E72101142}" dt="2026-05-08T16:38:33.174" v="500" actId="167"/>
          <ac:picMkLst>
            <pc:docMk/>
            <pc:sldMk cId="0" sldId="263"/>
            <ac:picMk id="6" creationId="{B16C83FC-01D1-5488-81B5-B130BA5106A7}"/>
          </ac:picMkLst>
        </pc:picChg>
      </pc:sldChg>
    </pc:docChg>
  </pc:docChgLst>
  <pc:docChgLst>
    <pc:chgData name="Lucas Martins" userId="fcc9a4c5-6fa9-4642-b584-dd9dc2d5bcbe" providerId="ADAL" clId="{31A61E6D-9B98-45AB-8CEE-81F4BDF00835}"/>
    <pc:docChg chg="undo custSel addSld delSld modSld">
      <pc:chgData name="Lucas Martins" userId="fcc9a4c5-6fa9-4642-b584-dd9dc2d5bcbe" providerId="ADAL" clId="{31A61E6D-9B98-45AB-8CEE-81F4BDF00835}" dt="2026-05-12T14:57:50.225" v="1546" actId="6549"/>
      <pc:docMkLst>
        <pc:docMk/>
      </pc:docMkLst>
      <pc:sldChg chg="addSp delSp modSp mod">
        <pc:chgData name="Lucas Martins" userId="fcc9a4c5-6fa9-4642-b584-dd9dc2d5bcbe" providerId="ADAL" clId="{31A61E6D-9B98-45AB-8CEE-81F4BDF00835}" dt="2026-05-12T14:08:55.141" v="1024" actId="208"/>
        <pc:sldMkLst>
          <pc:docMk/>
          <pc:sldMk cId="0" sldId="256"/>
        </pc:sldMkLst>
        <pc:spChg chg="mod">
          <ac:chgData name="Lucas Martins" userId="fcc9a4c5-6fa9-4642-b584-dd9dc2d5bcbe" providerId="ADAL" clId="{31A61E6D-9B98-45AB-8CEE-81F4BDF00835}" dt="2026-05-12T13:34:59.802" v="6" actId="404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Lucas Martins" userId="fcc9a4c5-6fa9-4642-b584-dd9dc2d5bcbe" providerId="ADAL" clId="{31A61E6D-9B98-45AB-8CEE-81F4BDF00835}" dt="2026-05-12T13:44:15.823" v="16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Lucas Martins" userId="fcc9a4c5-6fa9-4642-b584-dd9dc2d5bcbe" providerId="ADAL" clId="{31A61E6D-9B98-45AB-8CEE-81F4BDF00835}" dt="2026-05-12T14:08:30.117" v="1019" actId="208"/>
          <ac:spMkLst>
            <pc:docMk/>
            <pc:sldMk cId="0" sldId="256"/>
            <ac:spMk id="7" creationId="{6B8FBAF7-0D29-73FF-A8E7-DE8B7D82DB1B}"/>
          </ac:spMkLst>
        </pc:spChg>
        <pc:spChg chg="mod">
          <ac:chgData name="Lucas Martins" userId="fcc9a4c5-6fa9-4642-b584-dd9dc2d5bcbe" providerId="ADAL" clId="{31A61E6D-9B98-45AB-8CEE-81F4BDF00835}" dt="2026-05-12T14:08:30.117" v="1019" actId="208"/>
          <ac:spMkLst>
            <pc:docMk/>
            <pc:sldMk cId="0" sldId="256"/>
            <ac:spMk id="9" creationId="{A5A76E9E-B99E-9C50-AB99-B88F97F846DE}"/>
          </ac:spMkLst>
        </pc:spChg>
        <pc:spChg chg="mod">
          <ac:chgData name="Lucas Martins" userId="fcc9a4c5-6fa9-4642-b584-dd9dc2d5bcbe" providerId="ADAL" clId="{31A61E6D-9B98-45AB-8CEE-81F4BDF00835}" dt="2026-05-12T14:08:33.247" v="1020" actId="208"/>
          <ac:spMkLst>
            <pc:docMk/>
            <pc:sldMk cId="0" sldId="256"/>
            <ac:spMk id="15" creationId="{A82EA061-72D3-DB08-5A6F-DCB44F31B8EE}"/>
          </ac:spMkLst>
        </pc:spChg>
        <pc:spChg chg="mod">
          <ac:chgData name="Lucas Martins" userId="fcc9a4c5-6fa9-4642-b584-dd9dc2d5bcbe" providerId="ADAL" clId="{31A61E6D-9B98-45AB-8CEE-81F4BDF00835}" dt="2026-05-12T14:08:33.247" v="1020" actId="208"/>
          <ac:spMkLst>
            <pc:docMk/>
            <pc:sldMk cId="0" sldId="256"/>
            <ac:spMk id="16" creationId="{394B6B45-A7E0-341B-965C-390F63BCB415}"/>
          </ac:spMkLst>
        </pc:spChg>
        <pc:spChg chg="mod">
          <ac:chgData name="Lucas Martins" userId="fcc9a4c5-6fa9-4642-b584-dd9dc2d5bcbe" providerId="ADAL" clId="{31A61E6D-9B98-45AB-8CEE-81F4BDF00835}" dt="2026-05-12T14:08:35.708" v="1021" actId="208"/>
          <ac:spMkLst>
            <pc:docMk/>
            <pc:sldMk cId="0" sldId="256"/>
            <ac:spMk id="19" creationId="{95B9F7A4-FEB7-3A57-C092-4E0303E1ACD9}"/>
          </ac:spMkLst>
        </pc:spChg>
        <pc:spChg chg="mod">
          <ac:chgData name="Lucas Martins" userId="fcc9a4c5-6fa9-4642-b584-dd9dc2d5bcbe" providerId="ADAL" clId="{31A61E6D-9B98-45AB-8CEE-81F4BDF00835}" dt="2026-05-12T14:08:35.708" v="1021" actId="208"/>
          <ac:spMkLst>
            <pc:docMk/>
            <pc:sldMk cId="0" sldId="256"/>
            <ac:spMk id="20" creationId="{962B0DA1-FC92-E6C1-D3AD-E71BF70647DB}"/>
          </ac:spMkLst>
        </pc:spChg>
        <pc:spChg chg="add del mod">
          <ac:chgData name="Lucas Martins" userId="fcc9a4c5-6fa9-4642-b584-dd9dc2d5bcbe" providerId="ADAL" clId="{31A61E6D-9B98-45AB-8CEE-81F4BDF00835}" dt="2026-05-12T13:44:17.808" v="162" actId="478"/>
          <ac:spMkLst>
            <pc:docMk/>
            <pc:sldMk cId="0" sldId="256"/>
            <ac:spMk id="23" creationId="{3CB76AAE-3EB1-A402-FDF0-CDFD1344DEC2}"/>
          </ac:spMkLst>
        </pc:spChg>
        <pc:grpChg chg="mod">
          <ac:chgData name="Lucas Martins" userId="fcc9a4c5-6fa9-4642-b584-dd9dc2d5bcbe" providerId="ADAL" clId="{31A61E6D-9B98-45AB-8CEE-81F4BDF00835}" dt="2026-05-12T13:44:43.042" v="165" actId="1076"/>
          <ac:grpSpMkLst>
            <pc:docMk/>
            <pc:sldMk cId="0" sldId="256"/>
            <ac:grpSpMk id="6" creationId="{F5094AB2-2C07-6A86-3C60-10B41F301491}"/>
          </ac:grpSpMkLst>
        </pc:grpChg>
        <pc:grpChg chg="add mod">
          <ac:chgData name="Lucas Martins" userId="fcc9a4c5-6fa9-4642-b584-dd9dc2d5bcbe" providerId="ADAL" clId="{31A61E6D-9B98-45AB-8CEE-81F4BDF00835}" dt="2026-05-12T13:44:43.042" v="165" actId="1076"/>
          <ac:grpSpMkLst>
            <pc:docMk/>
            <pc:sldMk cId="0" sldId="256"/>
            <ac:grpSpMk id="14" creationId="{80CEE332-5641-BE3E-9C81-B2D65BF6CA06}"/>
          </ac:grpSpMkLst>
        </pc:grpChg>
        <pc:grpChg chg="mod">
          <ac:chgData name="Lucas Martins" userId="fcc9a4c5-6fa9-4642-b584-dd9dc2d5bcbe" providerId="ADAL" clId="{31A61E6D-9B98-45AB-8CEE-81F4BDF00835}" dt="2026-05-12T13:44:43.042" v="165" actId="1076"/>
          <ac:grpSpMkLst>
            <pc:docMk/>
            <pc:sldMk cId="0" sldId="256"/>
            <ac:grpSpMk id="18" creationId="{3475EC48-14A2-91C5-7EFF-35AD932DBD55}"/>
          </ac:grpSpMkLst>
        </pc:grpChg>
        <pc:picChg chg="add del mod">
          <ac:chgData name="Lucas Martins" userId="fcc9a4c5-6fa9-4642-b584-dd9dc2d5bcbe" providerId="ADAL" clId="{31A61E6D-9B98-45AB-8CEE-81F4BDF00835}" dt="2026-05-12T13:36:13.638" v="16" actId="21"/>
          <ac:picMkLst>
            <pc:docMk/>
            <pc:sldMk cId="0" sldId="256"/>
            <ac:picMk id="5" creationId="{ABD007D7-5454-A55D-1576-A621E2CD879E}"/>
          </ac:picMkLst>
        </pc:picChg>
        <pc:picChg chg="mod">
          <ac:chgData name="Lucas Martins" userId="fcc9a4c5-6fa9-4642-b584-dd9dc2d5bcbe" providerId="ADAL" clId="{31A61E6D-9B98-45AB-8CEE-81F4BDF00835}" dt="2026-05-12T13:36:11.276" v="15" actId="1076"/>
          <ac:picMkLst>
            <pc:docMk/>
            <pc:sldMk cId="0" sldId="256"/>
            <ac:picMk id="10" creationId="{1D21F637-CE4D-A851-FB9A-360F5E5D67BF}"/>
          </ac:picMkLst>
        </pc:picChg>
        <pc:picChg chg="mod">
          <ac:chgData name="Lucas Martins" userId="fcc9a4c5-6fa9-4642-b584-dd9dc2d5bcbe" providerId="ADAL" clId="{31A61E6D-9B98-45AB-8CEE-81F4BDF00835}" dt="2026-05-12T14:08:51.173" v="1023" actId="208"/>
          <ac:picMkLst>
            <pc:docMk/>
            <pc:sldMk cId="0" sldId="256"/>
            <ac:picMk id="13" creationId="{3054E614-4C9B-63FC-01B0-69005118E399}"/>
          </ac:picMkLst>
        </pc:picChg>
        <pc:picChg chg="mod">
          <ac:chgData name="Lucas Martins" userId="fcc9a4c5-6fa9-4642-b584-dd9dc2d5bcbe" providerId="ADAL" clId="{31A61E6D-9B98-45AB-8CEE-81F4BDF00835}" dt="2026-05-12T14:08:47.860" v="1022" actId="208"/>
          <ac:picMkLst>
            <pc:docMk/>
            <pc:sldMk cId="0" sldId="256"/>
            <ac:picMk id="17" creationId="{B8AC383C-7709-DE57-21C2-A416E2A3B2B0}"/>
          </ac:picMkLst>
        </pc:picChg>
        <pc:picChg chg="mod">
          <ac:chgData name="Lucas Martins" userId="fcc9a4c5-6fa9-4642-b584-dd9dc2d5bcbe" providerId="ADAL" clId="{31A61E6D-9B98-45AB-8CEE-81F4BDF00835}" dt="2026-05-12T14:08:55.141" v="1024" actId="208"/>
          <ac:picMkLst>
            <pc:docMk/>
            <pc:sldMk cId="0" sldId="256"/>
            <ac:picMk id="21" creationId="{CE457971-D8E1-2887-FDFE-7DC44CE6ADD0}"/>
          </ac:picMkLst>
        </pc:picChg>
      </pc:sldChg>
      <pc:sldChg chg="modSp mod">
        <pc:chgData name="Lucas Martins" userId="fcc9a4c5-6fa9-4642-b584-dd9dc2d5bcbe" providerId="ADAL" clId="{31A61E6D-9B98-45AB-8CEE-81F4BDF00835}" dt="2026-05-12T13:46:53.961" v="238" actId="20577"/>
        <pc:sldMkLst>
          <pc:docMk/>
          <pc:sldMk cId="0" sldId="257"/>
        </pc:sldMkLst>
        <pc:spChg chg="mod">
          <ac:chgData name="Lucas Martins" userId="fcc9a4c5-6fa9-4642-b584-dd9dc2d5bcbe" providerId="ADAL" clId="{31A61E6D-9B98-45AB-8CEE-81F4BDF00835}" dt="2026-05-12T13:46:53.961" v="238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Lucas Martins" userId="fcc9a4c5-6fa9-4642-b584-dd9dc2d5bcbe" providerId="ADAL" clId="{31A61E6D-9B98-45AB-8CEE-81F4BDF00835}" dt="2026-05-12T14:02:47.103" v="888" actId="465"/>
        <pc:sldMkLst>
          <pc:docMk/>
          <pc:sldMk cId="0" sldId="258"/>
        </pc:sldMkLst>
        <pc:spChg chg="del mod">
          <ac:chgData name="Lucas Martins" userId="fcc9a4c5-6fa9-4642-b584-dd9dc2d5bcbe" providerId="ADAL" clId="{31A61E6D-9B98-45AB-8CEE-81F4BDF00835}" dt="2026-05-12T13:53:03.623" v="503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Lucas Martins" userId="fcc9a4c5-6fa9-4642-b584-dd9dc2d5bcbe" providerId="ADAL" clId="{31A61E6D-9B98-45AB-8CEE-81F4BDF00835}" dt="2026-05-12T14:02:16.357" v="879" actId="20577"/>
          <ac:spMkLst>
            <pc:docMk/>
            <pc:sldMk cId="0" sldId="258"/>
            <ac:spMk id="5" creationId="{AEAC5D22-1765-47A7-5BFB-60D52C6911AB}"/>
          </ac:spMkLst>
        </pc:spChg>
        <pc:spChg chg="del mod">
          <ac:chgData name="Lucas Martins" userId="fcc9a4c5-6fa9-4642-b584-dd9dc2d5bcbe" providerId="ADAL" clId="{31A61E6D-9B98-45AB-8CEE-81F4BDF00835}" dt="2026-05-12T13:48:42.680" v="248" actId="478"/>
          <ac:spMkLst>
            <pc:docMk/>
            <pc:sldMk cId="0" sldId="258"/>
            <ac:spMk id="8" creationId="{2ACD45C7-FE8A-F957-8E22-7919199B897D}"/>
          </ac:spMkLst>
        </pc:spChg>
        <pc:spChg chg="del mod topLvl">
          <ac:chgData name="Lucas Martins" userId="fcc9a4c5-6fa9-4642-b584-dd9dc2d5bcbe" providerId="ADAL" clId="{31A61E6D-9B98-45AB-8CEE-81F4BDF00835}" dt="2026-05-12T13:54:42.953" v="531" actId="478"/>
          <ac:spMkLst>
            <pc:docMk/>
            <pc:sldMk cId="0" sldId="258"/>
            <ac:spMk id="9" creationId="{DCDDE898-0CB7-547A-64CD-90209B54A5C5}"/>
          </ac:spMkLst>
        </pc:spChg>
        <pc:spChg chg="add del mod">
          <ac:chgData name="Lucas Martins" userId="fcc9a4c5-6fa9-4642-b584-dd9dc2d5bcbe" providerId="ADAL" clId="{31A61E6D-9B98-45AB-8CEE-81F4BDF00835}" dt="2026-05-12T13:54:27.642" v="528" actId="478"/>
          <ac:spMkLst>
            <pc:docMk/>
            <pc:sldMk cId="0" sldId="258"/>
            <ac:spMk id="17" creationId="{39E1984E-63A3-5188-3CC7-617369C53C29}"/>
          </ac:spMkLst>
        </pc:spChg>
        <pc:spChg chg="mod">
          <ac:chgData name="Lucas Martins" userId="fcc9a4c5-6fa9-4642-b584-dd9dc2d5bcbe" providerId="ADAL" clId="{31A61E6D-9B98-45AB-8CEE-81F4BDF00835}" dt="2026-05-12T13:50:45.594" v="283" actId="122"/>
          <ac:spMkLst>
            <pc:docMk/>
            <pc:sldMk cId="0" sldId="258"/>
            <ac:spMk id="19" creationId="{2F5D35BE-08B1-799D-E96D-524E142FEED5}"/>
          </ac:spMkLst>
        </pc:spChg>
        <pc:spChg chg="mod">
          <ac:chgData name="Lucas Martins" userId="fcc9a4c5-6fa9-4642-b584-dd9dc2d5bcbe" providerId="ADAL" clId="{31A61E6D-9B98-45AB-8CEE-81F4BDF00835}" dt="2026-05-12T13:50:32.605" v="279" actId="122"/>
          <ac:spMkLst>
            <pc:docMk/>
            <pc:sldMk cId="0" sldId="258"/>
            <ac:spMk id="20" creationId="{26DC0C3D-47BF-4AB8-C52B-215ABE4540A3}"/>
          </ac:spMkLst>
        </pc:spChg>
        <pc:spChg chg="mod">
          <ac:chgData name="Lucas Martins" userId="fcc9a4c5-6fa9-4642-b584-dd9dc2d5bcbe" providerId="ADAL" clId="{31A61E6D-9B98-45AB-8CEE-81F4BDF00835}" dt="2026-05-12T13:52:21.833" v="446" actId="20577"/>
          <ac:spMkLst>
            <pc:docMk/>
            <pc:sldMk cId="0" sldId="258"/>
            <ac:spMk id="22" creationId="{7F6655C4-E5F8-E716-D5D2-0071CA466767}"/>
          </ac:spMkLst>
        </pc:spChg>
        <pc:spChg chg="mod">
          <ac:chgData name="Lucas Martins" userId="fcc9a4c5-6fa9-4642-b584-dd9dc2d5bcbe" providerId="ADAL" clId="{31A61E6D-9B98-45AB-8CEE-81F4BDF00835}" dt="2026-05-12T13:51:42.353" v="300" actId="6549"/>
          <ac:spMkLst>
            <pc:docMk/>
            <pc:sldMk cId="0" sldId="258"/>
            <ac:spMk id="23" creationId="{E6143FBB-AEC8-3249-6AF9-2D197C7ACFB4}"/>
          </ac:spMkLst>
        </pc:spChg>
        <pc:spChg chg="mod">
          <ac:chgData name="Lucas Martins" userId="fcc9a4c5-6fa9-4642-b584-dd9dc2d5bcbe" providerId="ADAL" clId="{31A61E6D-9B98-45AB-8CEE-81F4BDF00835}" dt="2026-05-12T13:53:00.281" v="502" actId="20577"/>
          <ac:spMkLst>
            <pc:docMk/>
            <pc:sldMk cId="0" sldId="258"/>
            <ac:spMk id="25" creationId="{48A6B9E6-3744-5FD4-19F0-C493F4A05DCF}"/>
          </ac:spMkLst>
        </pc:spChg>
        <pc:spChg chg="mod">
          <ac:chgData name="Lucas Martins" userId="fcc9a4c5-6fa9-4642-b584-dd9dc2d5bcbe" providerId="ADAL" clId="{31A61E6D-9B98-45AB-8CEE-81F4BDF00835}" dt="2026-05-12T13:52:47.193" v="453" actId="207"/>
          <ac:spMkLst>
            <pc:docMk/>
            <pc:sldMk cId="0" sldId="258"/>
            <ac:spMk id="26" creationId="{E4238EE9-DCF2-4989-1A01-0366F2F49E29}"/>
          </ac:spMkLst>
        </pc:spChg>
        <pc:spChg chg="add del mod">
          <ac:chgData name="Lucas Martins" userId="fcc9a4c5-6fa9-4642-b584-dd9dc2d5bcbe" providerId="ADAL" clId="{31A61E6D-9B98-45AB-8CEE-81F4BDF00835}" dt="2026-05-12T13:53:08.748" v="504" actId="478"/>
          <ac:spMkLst>
            <pc:docMk/>
            <pc:sldMk cId="0" sldId="258"/>
            <ac:spMk id="28" creationId="{E90FA63E-E53D-654B-BDBA-9407DE7718E6}"/>
          </ac:spMkLst>
        </pc:spChg>
        <pc:spChg chg="add mod">
          <ac:chgData name="Lucas Martins" userId="fcc9a4c5-6fa9-4642-b584-dd9dc2d5bcbe" providerId="ADAL" clId="{31A61E6D-9B98-45AB-8CEE-81F4BDF00835}" dt="2026-05-12T14:02:30.463" v="885" actId="1076"/>
          <ac:spMkLst>
            <pc:docMk/>
            <pc:sldMk cId="0" sldId="258"/>
            <ac:spMk id="29" creationId="{4839905C-4D5A-C044-B5AE-164E5E49AE6D}"/>
          </ac:spMkLst>
        </pc:spChg>
        <pc:grpChg chg="add del mod">
          <ac:chgData name="Lucas Martins" userId="fcc9a4c5-6fa9-4642-b584-dd9dc2d5bcbe" providerId="ADAL" clId="{31A61E6D-9B98-45AB-8CEE-81F4BDF00835}" dt="2026-05-12T13:54:32.106" v="529" actId="165"/>
          <ac:grpSpMkLst>
            <pc:docMk/>
            <pc:sldMk cId="0" sldId="258"/>
            <ac:grpSpMk id="2" creationId="{60D21C59-395A-5EED-AE0B-3C98F60B79C6}"/>
          </ac:grpSpMkLst>
        </pc:grpChg>
        <pc:grpChg chg="add mod">
          <ac:chgData name="Lucas Martins" userId="fcc9a4c5-6fa9-4642-b584-dd9dc2d5bcbe" providerId="ADAL" clId="{31A61E6D-9B98-45AB-8CEE-81F4BDF00835}" dt="2026-05-12T14:02:44.211" v="887" actId="164"/>
          <ac:grpSpMkLst>
            <pc:docMk/>
            <pc:sldMk cId="0" sldId="258"/>
            <ac:grpSpMk id="18" creationId="{82BE53B8-6ED3-8291-0026-FD39C90B5F63}"/>
          </ac:grpSpMkLst>
        </pc:grpChg>
        <pc:grpChg chg="add mod">
          <ac:chgData name="Lucas Martins" userId="fcc9a4c5-6fa9-4642-b584-dd9dc2d5bcbe" providerId="ADAL" clId="{31A61E6D-9B98-45AB-8CEE-81F4BDF00835}" dt="2026-05-12T14:02:44.211" v="887" actId="164"/>
          <ac:grpSpMkLst>
            <pc:docMk/>
            <pc:sldMk cId="0" sldId="258"/>
            <ac:grpSpMk id="21" creationId="{00E2185B-7B1C-245A-909B-7895239C4A33}"/>
          </ac:grpSpMkLst>
        </pc:grpChg>
        <pc:grpChg chg="add mod">
          <ac:chgData name="Lucas Martins" userId="fcc9a4c5-6fa9-4642-b584-dd9dc2d5bcbe" providerId="ADAL" clId="{31A61E6D-9B98-45AB-8CEE-81F4BDF00835}" dt="2026-05-12T14:02:44.211" v="887" actId="164"/>
          <ac:grpSpMkLst>
            <pc:docMk/>
            <pc:sldMk cId="0" sldId="258"/>
            <ac:grpSpMk id="24" creationId="{1579E8D8-928B-C948-B9FB-BCA5F44D5BED}"/>
          </ac:grpSpMkLst>
        </pc:grpChg>
        <pc:grpChg chg="add mod">
          <ac:chgData name="Lucas Martins" userId="fcc9a4c5-6fa9-4642-b584-dd9dc2d5bcbe" providerId="ADAL" clId="{31A61E6D-9B98-45AB-8CEE-81F4BDF00835}" dt="2026-05-12T14:02:47.103" v="888" actId="465"/>
          <ac:grpSpMkLst>
            <pc:docMk/>
            <pc:sldMk cId="0" sldId="258"/>
            <ac:grpSpMk id="30" creationId="{3D8DE27D-B35C-5465-89FF-5F79516AC60F}"/>
          </ac:grpSpMkLst>
        </pc:grpChg>
        <pc:picChg chg="mod">
          <ac:chgData name="Lucas Martins" userId="fcc9a4c5-6fa9-4642-b584-dd9dc2d5bcbe" providerId="ADAL" clId="{31A61E6D-9B98-45AB-8CEE-81F4BDF00835}" dt="2026-05-12T13:50:57.175" v="287" actId="1076"/>
          <ac:picMkLst>
            <pc:docMk/>
            <pc:sldMk cId="0" sldId="258"/>
            <ac:picMk id="4" creationId="{F0F42263-F666-6307-3A66-AF1A1F665AAE}"/>
          </ac:picMkLst>
        </pc:picChg>
        <pc:picChg chg="del">
          <ac:chgData name="Lucas Martins" userId="fcc9a4c5-6fa9-4642-b584-dd9dc2d5bcbe" providerId="ADAL" clId="{31A61E6D-9B98-45AB-8CEE-81F4BDF00835}" dt="2026-05-12T13:54:21.905" v="527" actId="478"/>
          <ac:picMkLst>
            <pc:docMk/>
            <pc:sldMk cId="0" sldId="258"/>
            <ac:picMk id="6" creationId="{92E267DD-2ED1-F3F8-D412-28854F002F8D}"/>
          </ac:picMkLst>
        </pc:picChg>
        <pc:picChg chg="mod topLvl">
          <ac:chgData name="Lucas Martins" userId="fcc9a4c5-6fa9-4642-b584-dd9dc2d5bcbe" providerId="ADAL" clId="{31A61E6D-9B98-45AB-8CEE-81F4BDF00835}" dt="2026-05-12T13:54:51.807" v="532" actId="1076"/>
          <ac:picMkLst>
            <pc:docMk/>
            <pc:sldMk cId="0" sldId="258"/>
            <ac:picMk id="10" creationId="{F5134DC9-1263-DDE1-7FC5-8F63F23C9DFB}"/>
          </ac:picMkLst>
        </pc:picChg>
        <pc:cxnChg chg="add del mod">
          <ac:chgData name="Lucas Martins" userId="fcc9a4c5-6fa9-4642-b584-dd9dc2d5bcbe" providerId="ADAL" clId="{31A61E6D-9B98-45AB-8CEE-81F4BDF00835}" dt="2026-05-12T13:48:38.623" v="247" actId="478"/>
          <ac:cxnSpMkLst>
            <pc:docMk/>
            <pc:sldMk cId="0" sldId="258"/>
            <ac:cxnSpMk id="12" creationId="{D1A746FF-D64E-FE59-0978-00F6E6802450}"/>
          </ac:cxnSpMkLst>
        </pc:cxnChg>
        <pc:cxnChg chg="add del mod">
          <ac:chgData name="Lucas Martins" userId="fcc9a4c5-6fa9-4642-b584-dd9dc2d5bcbe" providerId="ADAL" clId="{31A61E6D-9B98-45AB-8CEE-81F4BDF00835}" dt="2026-05-12T13:50:59.241" v="288" actId="478"/>
          <ac:cxnSpMkLst>
            <pc:docMk/>
            <pc:sldMk cId="0" sldId="258"/>
            <ac:cxnSpMk id="14" creationId="{1B4556C7-D9E1-8EDE-57B3-E512D0957E3E}"/>
          </ac:cxnSpMkLst>
        </pc:cxnChg>
      </pc:sldChg>
      <pc:sldChg chg="addSp delSp modSp mod">
        <pc:chgData name="Lucas Martins" userId="fcc9a4c5-6fa9-4642-b584-dd9dc2d5bcbe" providerId="ADAL" clId="{31A61E6D-9B98-45AB-8CEE-81F4BDF00835}" dt="2026-05-12T14:02:56.520" v="889" actId="465"/>
        <pc:sldMkLst>
          <pc:docMk/>
          <pc:sldMk cId="0" sldId="259"/>
        </pc:sldMkLst>
        <pc:spChg chg="mod">
          <ac:chgData name="Lucas Martins" userId="fcc9a4c5-6fa9-4642-b584-dd9dc2d5bcbe" providerId="ADAL" clId="{31A61E6D-9B98-45AB-8CEE-81F4BDF00835}" dt="2026-05-12T13:56:32.406" v="541" actId="2763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Lucas Martins" userId="fcc9a4c5-6fa9-4642-b584-dd9dc2d5bcbe" providerId="ADAL" clId="{31A61E6D-9B98-45AB-8CEE-81F4BDF00835}" dt="2026-05-12T13:58:47.513" v="646" actId="478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Lucas Martins" userId="fcc9a4c5-6fa9-4642-b584-dd9dc2d5bcbe" providerId="ADAL" clId="{31A61E6D-9B98-45AB-8CEE-81F4BDF00835}" dt="2026-05-12T13:56:55.923" v="548" actId="1076"/>
          <ac:spMkLst>
            <pc:docMk/>
            <pc:sldMk cId="0" sldId="259"/>
            <ac:spMk id="8" creationId="{F83CAC85-BA3E-2EEF-3214-748F74BD6AEE}"/>
          </ac:spMkLst>
        </pc:spChg>
        <pc:spChg chg="mod">
          <ac:chgData name="Lucas Martins" userId="fcc9a4c5-6fa9-4642-b584-dd9dc2d5bcbe" providerId="ADAL" clId="{31A61E6D-9B98-45AB-8CEE-81F4BDF00835}" dt="2026-05-12T14:00:54.292" v="822" actId="165"/>
          <ac:spMkLst>
            <pc:docMk/>
            <pc:sldMk cId="0" sldId="259"/>
            <ac:spMk id="10" creationId="{D5DA3F1C-E28B-81AC-3A57-925BBAA20823}"/>
          </ac:spMkLst>
        </pc:spChg>
        <pc:spChg chg="mod">
          <ac:chgData name="Lucas Martins" userId="fcc9a4c5-6fa9-4642-b584-dd9dc2d5bcbe" providerId="ADAL" clId="{31A61E6D-9B98-45AB-8CEE-81F4BDF00835}" dt="2026-05-12T14:00:54.292" v="822" actId="165"/>
          <ac:spMkLst>
            <pc:docMk/>
            <pc:sldMk cId="0" sldId="259"/>
            <ac:spMk id="11" creationId="{C13ABE19-C602-B1F8-6B69-AE23E34D3F01}"/>
          </ac:spMkLst>
        </pc:spChg>
        <pc:spChg chg="mod">
          <ac:chgData name="Lucas Martins" userId="fcc9a4c5-6fa9-4642-b584-dd9dc2d5bcbe" providerId="ADAL" clId="{31A61E6D-9B98-45AB-8CEE-81F4BDF00835}" dt="2026-05-12T14:00:57.528" v="823" actId="165"/>
          <ac:spMkLst>
            <pc:docMk/>
            <pc:sldMk cId="0" sldId="259"/>
            <ac:spMk id="13" creationId="{FFE2ECD4-6329-59B3-9ABA-FF4E49802523}"/>
          </ac:spMkLst>
        </pc:spChg>
        <pc:spChg chg="mod">
          <ac:chgData name="Lucas Martins" userId="fcc9a4c5-6fa9-4642-b584-dd9dc2d5bcbe" providerId="ADAL" clId="{31A61E6D-9B98-45AB-8CEE-81F4BDF00835}" dt="2026-05-12T14:00:57.528" v="823" actId="165"/>
          <ac:spMkLst>
            <pc:docMk/>
            <pc:sldMk cId="0" sldId="259"/>
            <ac:spMk id="14" creationId="{C8150844-A3BE-1197-8344-93AA9AB00383}"/>
          </ac:spMkLst>
        </pc:spChg>
        <pc:spChg chg="mod">
          <ac:chgData name="Lucas Martins" userId="fcc9a4c5-6fa9-4642-b584-dd9dc2d5bcbe" providerId="ADAL" clId="{31A61E6D-9B98-45AB-8CEE-81F4BDF00835}" dt="2026-05-12T14:00:54.292" v="822" actId="165"/>
          <ac:spMkLst>
            <pc:docMk/>
            <pc:sldMk cId="0" sldId="259"/>
            <ac:spMk id="16" creationId="{89D5091B-4352-988F-F7E9-A694598A61D6}"/>
          </ac:spMkLst>
        </pc:spChg>
        <pc:spChg chg="mod">
          <ac:chgData name="Lucas Martins" userId="fcc9a4c5-6fa9-4642-b584-dd9dc2d5bcbe" providerId="ADAL" clId="{31A61E6D-9B98-45AB-8CEE-81F4BDF00835}" dt="2026-05-12T14:00:54.292" v="822" actId="165"/>
          <ac:spMkLst>
            <pc:docMk/>
            <pc:sldMk cId="0" sldId="259"/>
            <ac:spMk id="17" creationId="{37253912-3D00-141D-D1DF-C099BC98E72D}"/>
          </ac:spMkLst>
        </pc:spChg>
        <pc:spChg chg="add del mod">
          <ac:chgData name="Lucas Martins" userId="fcc9a4c5-6fa9-4642-b584-dd9dc2d5bcbe" providerId="ADAL" clId="{31A61E6D-9B98-45AB-8CEE-81F4BDF00835}" dt="2026-05-12T13:58:52.342" v="647" actId="478"/>
          <ac:spMkLst>
            <pc:docMk/>
            <pc:sldMk cId="0" sldId="259"/>
            <ac:spMk id="19" creationId="{03529587-F401-F86C-2BC2-3830A2BDD3E1}"/>
          </ac:spMkLst>
        </pc:spChg>
        <pc:spChg chg="mod">
          <ac:chgData name="Lucas Martins" userId="fcc9a4c5-6fa9-4642-b584-dd9dc2d5bcbe" providerId="ADAL" clId="{31A61E6D-9B98-45AB-8CEE-81F4BDF00835}" dt="2026-05-12T14:00:57.528" v="823" actId="165"/>
          <ac:spMkLst>
            <pc:docMk/>
            <pc:sldMk cId="0" sldId="259"/>
            <ac:spMk id="21" creationId="{EB8445C5-40C7-3E51-753C-6E7FBD1A5DF1}"/>
          </ac:spMkLst>
        </pc:spChg>
        <pc:spChg chg="mod">
          <ac:chgData name="Lucas Martins" userId="fcc9a4c5-6fa9-4642-b584-dd9dc2d5bcbe" providerId="ADAL" clId="{31A61E6D-9B98-45AB-8CEE-81F4BDF00835}" dt="2026-05-12T14:00:57.528" v="823" actId="165"/>
          <ac:spMkLst>
            <pc:docMk/>
            <pc:sldMk cId="0" sldId="259"/>
            <ac:spMk id="22" creationId="{EF009F3E-C7AE-3DA7-2896-C54202E1DF82}"/>
          </ac:spMkLst>
        </pc:spChg>
        <pc:grpChg chg="add mod topLvl">
          <ac:chgData name="Lucas Martins" userId="fcc9a4c5-6fa9-4642-b584-dd9dc2d5bcbe" providerId="ADAL" clId="{31A61E6D-9B98-45AB-8CEE-81F4BDF00835}" dt="2026-05-12T14:01:13.463" v="826" actId="164"/>
          <ac:grpSpMkLst>
            <pc:docMk/>
            <pc:sldMk cId="0" sldId="259"/>
            <ac:grpSpMk id="9" creationId="{E611077A-E910-BF88-35A7-5A6537D7B574}"/>
          </ac:grpSpMkLst>
        </pc:grpChg>
        <pc:grpChg chg="add mod topLvl">
          <ac:chgData name="Lucas Martins" userId="fcc9a4c5-6fa9-4642-b584-dd9dc2d5bcbe" providerId="ADAL" clId="{31A61E6D-9B98-45AB-8CEE-81F4BDF00835}" dt="2026-05-12T14:01:17.329" v="827" actId="164"/>
          <ac:grpSpMkLst>
            <pc:docMk/>
            <pc:sldMk cId="0" sldId="259"/>
            <ac:grpSpMk id="12" creationId="{74FDFEE8-A4F9-F200-E58C-485905B719CC}"/>
          </ac:grpSpMkLst>
        </pc:grpChg>
        <pc:grpChg chg="add mod topLvl">
          <ac:chgData name="Lucas Martins" userId="fcc9a4c5-6fa9-4642-b584-dd9dc2d5bcbe" providerId="ADAL" clId="{31A61E6D-9B98-45AB-8CEE-81F4BDF00835}" dt="2026-05-12T14:01:13.463" v="826" actId="164"/>
          <ac:grpSpMkLst>
            <pc:docMk/>
            <pc:sldMk cId="0" sldId="259"/>
            <ac:grpSpMk id="15" creationId="{881E0212-D2A5-8EF9-66A1-6A72D96206DC}"/>
          </ac:grpSpMkLst>
        </pc:grpChg>
        <pc:grpChg chg="add mod topLvl">
          <ac:chgData name="Lucas Martins" userId="fcc9a4c5-6fa9-4642-b584-dd9dc2d5bcbe" providerId="ADAL" clId="{31A61E6D-9B98-45AB-8CEE-81F4BDF00835}" dt="2026-05-12T14:01:17.329" v="827" actId="164"/>
          <ac:grpSpMkLst>
            <pc:docMk/>
            <pc:sldMk cId="0" sldId="259"/>
            <ac:grpSpMk id="20" creationId="{6CCBB4DC-ECE7-4CC8-1527-6ABAD18A724B}"/>
          </ac:grpSpMkLst>
        </pc:grpChg>
        <pc:grpChg chg="add del mod">
          <ac:chgData name="Lucas Martins" userId="fcc9a4c5-6fa9-4642-b584-dd9dc2d5bcbe" providerId="ADAL" clId="{31A61E6D-9B98-45AB-8CEE-81F4BDF00835}" dt="2026-05-12T14:00:57.528" v="823" actId="165"/>
          <ac:grpSpMkLst>
            <pc:docMk/>
            <pc:sldMk cId="0" sldId="259"/>
            <ac:grpSpMk id="23" creationId="{859A45A9-BEB9-77EE-A63D-04C36AA24F1A}"/>
          </ac:grpSpMkLst>
        </pc:grpChg>
        <pc:grpChg chg="add del mod">
          <ac:chgData name="Lucas Martins" userId="fcc9a4c5-6fa9-4642-b584-dd9dc2d5bcbe" providerId="ADAL" clId="{31A61E6D-9B98-45AB-8CEE-81F4BDF00835}" dt="2026-05-12T14:00:54.292" v="822" actId="165"/>
          <ac:grpSpMkLst>
            <pc:docMk/>
            <pc:sldMk cId="0" sldId="259"/>
            <ac:grpSpMk id="24" creationId="{23F00CE0-2D96-3AC0-42E7-D28C21F399E9}"/>
          </ac:grpSpMkLst>
        </pc:grpChg>
        <pc:grpChg chg="add mod">
          <ac:chgData name="Lucas Martins" userId="fcc9a4c5-6fa9-4642-b584-dd9dc2d5bcbe" providerId="ADAL" clId="{31A61E6D-9B98-45AB-8CEE-81F4BDF00835}" dt="2026-05-12T14:01:32.194" v="867" actId="164"/>
          <ac:grpSpMkLst>
            <pc:docMk/>
            <pc:sldMk cId="0" sldId="259"/>
            <ac:grpSpMk id="25" creationId="{ACF951C8-BCFC-FFC3-D935-24586D6C34F0}"/>
          </ac:grpSpMkLst>
        </pc:grpChg>
        <pc:grpChg chg="add mod">
          <ac:chgData name="Lucas Martins" userId="fcc9a4c5-6fa9-4642-b584-dd9dc2d5bcbe" providerId="ADAL" clId="{31A61E6D-9B98-45AB-8CEE-81F4BDF00835}" dt="2026-05-12T14:01:32.194" v="867" actId="164"/>
          <ac:grpSpMkLst>
            <pc:docMk/>
            <pc:sldMk cId="0" sldId="259"/>
            <ac:grpSpMk id="26" creationId="{0B8598C4-9B46-597A-5EEE-569508678534}"/>
          </ac:grpSpMkLst>
        </pc:grpChg>
        <pc:grpChg chg="add mod">
          <ac:chgData name="Lucas Martins" userId="fcc9a4c5-6fa9-4642-b584-dd9dc2d5bcbe" providerId="ADAL" clId="{31A61E6D-9B98-45AB-8CEE-81F4BDF00835}" dt="2026-05-12T14:02:56.520" v="889" actId="465"/>
          <ac:grpSpMkLst>
            <pc:docMk/>
            <pc:sldMk cId="0" sldId="259"/>
            <ac:grpSpMk id="27" creationId="{04411DF7-5D91-E235-5F94-15C58EE4EB52}"/>
          </ac:grpSpMkLst>
        </pc:grpChg>
        <pc:picChg chg="mod">
          <ac:chgData name="Lucas Martins" userId="fcc9a4c5-6fa9-4642-b584-dd9dc2d5bcbe" providerId="ADAL" clId="{31A61E6D-9B98-45AB-8CEE-81F4BDF00835}" dt="2026-05-12T13:57:38.370" v="570" actId="1076"/>
          <ac:picMkLst>
            <pc:docMk/>
            <pc:sldMk cId="0" sldId="259"/>
            <ac:picMk id="4" creationId="{870B8AE3-CCB8-30CD-C570-B5EDD15FFE7B}"/>
          </ac:picMkLst>
        </pc:picChg>
        <pc:picChg chg="del">
          <ac:chgData name="Lucas Martins" userId="fcc9a4c5-6fa9-4642-b584-dd9dc2d5bcbe" providerId="ADAL" clId="{31A61E6D-9B98-45AB-8CEE-81F4BDF00835}" dt="2026-05-12T13:55:48.283" v="533" actId="478"/>
          <ac:picMkLst>
            <pc:docMk/>
            <pc:sldMk cId="0" sldId="259"/>
            <ac:picMk id="6" creationId="{2298FB90-A78C-77EB-A093-647C1DA1D177}"/>
          </ac:picMkLst>
        </pc:picChg>
        <pc:picChg chg="add mod">
          <ac:chgData name="Lucas Martins" userId="fcc9a4c5-6fa9-4642-b584-dd9dc2d5bcbe" providerId="ADAL" clId="{31A61E6D-9B98-45AB-8CEE-81F4BDF00835}" dt="2026-05-12T13:55:52.805" v="535" actId="1076"/>
          <ac:picMkLst>
            <pc:docMk/>
            <pc:sldMk cId="0" sldId="259"/>
            <ac:picMk id="7" creationId="{B80CE00D-34D4-018A-4B91-4A064E7946DD}"/>
          </ac:picMkLst>
        </pc:picChg>
      </pc:sldChg>
      <pc:sldChg chg="addSp delSp modSp mod">
        <pc:chgData name="Lucas Martins" userId="fcc9a4c5-6fa9-4642-b584-dd9dc2d5bcbe" providerId="ADAL" clId="{31A61E6D-9B98-45AB-8CEE-81F4BDF00835}" dt="2026-05-12T14:05:28.007" v="1011" actId="1076"/>
        <pc:sldMkLst>
          <pc:docMk/>
          <pc:sldMk cId="0" sldId="260"/>
        </pc:sldMkLst>
        <pc:spChg chg="mod">
          <ac:chgData name="Lucas Martins" userId="fcc9a4c5-6fa9-4642-b584-dd9dc2d5bcbe" providerId="ADAL" clId="{31A61E6D-9B98-45AB-8CEE-81F4BDF00835}" dt="2026-05-12T14:03:13.535" v="891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Lucas Martins" userId="fcc9a4c5-6fa9-4642-b584-dd9dc2d5bcbe" providerId="ADAL" clId="{31A61E6D-9B98-45AB-8CEE-81F4BDF00835}" dt="2026-05-12T14:04:25.468" v="914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Lucas Martins" userId="fcc9a4c5-6fa9-4642-b584-dd9dc2d5bcbe" providerId="ADAL" clId="{31A61E6D-9B98-45AB-8CEE-81F4BDF00835}" dt="2026-05-12T14:04:58.083" v="968" actId="313"/>
          <ac:spMkLst>
            <pc:docMk/>
            <pc:sldMk cId="0" sldId="260"/>
            <ac:spMk id="13" creationId="{06F19F67-A028-679C-5E3B-1B1C05CA1AF4}"/>
          </ac:spMkLst>
        </pc:spChg>
        <pc:spChg chg="mod">
          <ac:chgData name="Lucas Martins" userId="fcc9a4c5-6fa9-4642-b584-dd9dc2d5bcbe" providerId="ADAL" clId="{31A61E6D-9B98-45AB-8CEE-81F4BDF00835}" dt="2026-05-12T14:04:34.735" v="918" actId="207"/>
          <ac:spMkLst>
            <pc:docMk/>
            <pc:sldMk cId="0" sldId="260"/>
            <ac:spMk id="14" creationId="{D00659DA-04ED-9DE6-9F49-39F3C662B860}"/>
          </ac:spMkLst>
        </pc:spChg>
        <pc:spChg chg="mod">
          <ac:chgData name="Lucas Martins" userId="fcc9a4c5-6fa9-4642-b584-dd9dc2d5bcbe" providerId="ADAL" clId="{31A61E6D-9B98-45AB-8CEE-81F4BDF00835}" dt="2026-05-12T14:04:53.670" v="967" actId="313"/>
          <ac:spMkLst>
            <pc:docMk/>
            <pc:sldMk cId="0" sldId="260"/>
            <ac:spMk id="15" creationId="{5E836D4B-8632-5A32-0F83-FE4F257F32F9}"/>
          </ac:spMkLst>
        </pc:spChg>
        <pc:spChg chg="mod">
          <ac:chgData name="Lucas Martins" userId="fcc9a4c5-6fa9-4642-b584-dd9dc2d5bcbe" providerId="ADAL" clId="{31A61E6D-9B98-45AB-8CEE-81F4BDF00835}" dt="2026-05-12T14:04:32.218" v="917" actId="207"/>
          <ac:spMkLst>
            <pc:docMk/>
            <pc:sldMk cId="0" sldId="260"/>
            <ac:spMk id="16" creationId="{A6546314-2BCC-1E6D-5441-EDDE7BD74E16}"/>
          </ac:spMkLst>
        </pc:spChg>
        <pc:spChg chg="mod">
          <ac:chgData name="Lucas Martins" userId="fcc9a4c5-6fa9-4642-b584-dd9dc2d5bcbe" providerId="ADAL" clId="{31A61E6D-9B98-45AB-8CEE-81F4BDF00835}" dt="2026-05-12T14:05:08.992" v="981" actId="20577"/>
          <ac:spMkLst>
            <pc:docMk/>
            <pc:sldMk cId="0" sldId="260"/>
            <ac:spMk id="17" creationId="{2E27B677-A5D5-A7FF-341E-666B13661656}"/>
          </ac:spMkLst>
        </pc:spChg>
        <pc:spChg chg="mod">
          <ac:chgData name="Lucas Martins" userId="fcc9a4c5-6fa9-4642-b584-dd9dc2d5bcbe" providerId="ADAL" clId="{31A61E6D-9B98-45AB-8CEE-81F4BDF00835}" dt="2026-05-12T14:04:30.089" v="916" actId="207"/>
          <ac:spMkLst>
            <pc:docMk/>
            <pc:sldMk cId="0" sldId="260"/>
            <ac:spMk id="18" creationId="{D55F5850-5CA7-5638-02F7-50CED000A4B7}"/>
          </ac:spMkLst>
        </pc:spChg>
        <pc:spChg chg="add del mod">
          <ac:chgData name="Lucas Martins" userId="fcc9a4c5-6fa9-4642-b584-dd9dc2d5bcbe" providerId="ADAL" clId="{31A61E6D-9B98-45AB-8CEE-81F4BDF00835}" dt="2026-05-12T14:04:26.465" v="915" actId="478"/>
          <ac:spMkLst>
            <pc:docMk/>
            <pc:sldMk cId="0" sldId="260"/>
            <ac:spMk id="20" creationId="{C24811E2-51EF-3012-0DE6-ED2AF19FCE08}"/>
          </ac:spMkLst>
        </pc:spChg>
        <pc:spChg chg="add mod">
          <ac:chgData name="Lucas Martins" userId="fcc9a4c5-6fa9-4642-b584-dd9dc2d5bcbe" providerId="ADAL" clId="{31A61E6D-9B98-45AB-8CEE-81F4BDF00835}" dt="2026-05-12T14:05:28.007" v="1011" actId="1076"/>
          <ac:spMkLst>
            <pc:docMk/>
            <pc:sldMk cId="0" sldId="260"/>
            <ac:spMk id="21" creationId="{A38A7088-E863-1DF1-98D8-A03B6E9FCBC3}"/>
          </ac:spMkLst>
        </pc:spChg>
        <pc:grpChg chg="add mod">
          <ac:chgData name="Lucas Martins" userId="fcc9a4c5-6fa9-4642-b584-dd9dc2d5bcbe" providerId="ADAL" clId="{31A61E6D-9B98-45AB-8CEE-81F4BDF00835}" dt="2026-05-12T14:05:05.335" v="970" actId="1076"/>
          <ac:grpSpMkLst>
            <pc:docMk/>
            <pc:sldMk cId="0" sldId="260"/>
            <ac:grpSpMk id="8" creationId="{2DFDE7B7-0538-5384-7898-6B4602EA6B2E}"/>
          </ac:grpSpMkLst>
        </pc:grpChg>
        <pc:grpChg chg="mod">
          <ac:chgData name="Lucas Martins" userId="fcc9a4c5-6fa9-4642-b584-dd9dc2d5bcbe" providerId="ADAL" clId="{31A61E6D-9B98-45AB-8CEE-81F4BDF00835}" dt="2026-05-12T14:03:41.918" v="896"/>
          <ac:grpSpMkLst>
            <pc:docMk/>
            <pc:sldMk cId="0" sldId="260"/>
            <ac:grpSpMk id="10" creationId="{47D43047-8FAF-A964-8603-CA831D995398}"/>
          </ac:grpSpMkLst>
        </pc:grpChg>
        <pc:grpChg chg="mod">
          <ac:chgData name="Lucas Martins" userId="fcc9a4c5-6fa9-4642-b584-dd9dc2d5bcbe" providerId="ADAL" clId="{31A61E6D-9B98-45AB-8CEE-81F4BDF00835}" dt="2026-05-12T14:03:41.918" v="896"/>
          <ac:grpSpMkLst>
            <pc:docMk/>
            <pc:sldMk cId="0" sldId="260"/>
            <ac:grpSpMk id="11" creationId="{5C599C05-617C-5230-4255-83D752396DB1}"/>
          </ac:grpSpMkLst>
        </pc:grpChg>
        <pc:grpChg chg="mod">
          <ac:chgData name="Lucas Martins" userId="fcc9a4c5-6fa9-4642-b584-dd9dc2d5bcbe" providerId="ADAL" clId="{31A61E6D-9B98-45AB-8CEE-81F4BDF00835}" dt="2026-05-12T14:03:41.918" v="896"/>
          <ac:grpSpMkLst>
            <pc:docMk/>
            <pc:sldMk cId="0" sldId="260"/>
            <ac:grpSpMk id="12" creationId="{FF921601-4E86-3BAC-4A0B-4BFC035AB891}"/>
          </ac:grpSpMkLst>
        </pc:grpChg>
        <pc:graphicFrameChg chg="add del">
          <ac:chgData name="Lucas Martins" userId="fcc9a4c5-6fa9-4642-b584-dd9dc2d5bcbe" providerId="ADAL" clId="{31A61E6D-9B98-45AB-8CEE-81F4BDF00835}" dt="2026-05-12T14:03:35.307" v="895" actId="26606"/>
          <ac:graphicFrameMkLst>
            <pc:docMk/>
            <pc:sldMk cId="0" sldId="260"/>
            <ac:graphicFrameMk id="9" creationId="{39BD20AB-4007-747E-490A-AE9FDF2D2F18}"/>
          </ac:graphicFrameMkLst>
        </pc:graphicFrameChg>
        <pc:picChg chg="del">
          <ac:chgData name="Lucas Martins" userId="fcc9a4c5-6fa9-4642-b584-dd9dc2d5bcbe" providerId="ADAL" clId="{31A61E6D-9B98-45AB-8CEE-81F4BDF00835}" dt="2026-05-12T14:03:22.284" v="893" actId="478"/>
          <ac:picMkLst>
            <pc:docMk/>
            <pc:sldMk cId="0" sldId="260"/>
            <ac:picMk id="6" creationId="{E35A7FC6-B9BC-8E3C-45B6-B2C7C68DA6AD}"/>
          </ac:picMkLst>
        </pc:picChg>
        <pc:picChg chg="add mod">
          <ac:chgData name="Lucas Martins" userId="fcc9a4c5-6fa9-4642-b584-dd9dc2d5bcbe" providerId="ADAL" clId="{31A61E6D-9B98-45AB-8CEE-81F4BDF00835}" dt="2026-05-12T14:03:20.613" v="892"/>
          <ac:picMkLst>
            <pc:docMk/>
            <pc:sldMk cId="0" sldId="260"/>
            <ac:picMk id="7" creationId="{963279D6-3E35-AF81-11D5-39585EA1299B}"/>
          </ac:picMkLst>
        </pc:picChg>
      </pc:sldChg>
      <pc:sldChg chg="addSp delSp modSp mod">
        <pc:chgData name="Lucas Martins" userId="fcc9a4c5-6fa9-4642-b584-dd9dc2d5bcbe" providerId="ADAL" clId="{31A61E6D-9B98-45AB-8CEE-81F4BDF00835}" dt="2026-05-12T14:12:08.642" v="1136" actId="20577"/>
        <pc:sldMkLst>
          <pc:docMk/>
          <pc:sldMk cId="0" sldId="262"/>
        </pc:sldMkLst>
        <pc:spChg chg="mod">
          <ac:chgData name="Lucas Martins" userId="fcc9a4c5-6fa9-4642-b584-dd9dc2d5bcbe" providerId="ADAL" clId="{31A61E6D-9B98-45AB-8CEE-81F4BDF00835}" dt="2026-05-12T14:10:56.470" v="1032" actId="20577"/>
          <ac:spMkLst>
            <pc:docMk/>
            <pc:sldMk cId="0" sldId="262"/>
            <ac:spMk id="2" creationId="{00000000-0000-0000-0000-000000000000}"/>
          </ac:spMkLst>
        </pc:spChg>
        <pc:spChg chg="add del">
          <ac:chgData name="Lucas Martins" userId="fcc9a4c5-6fa9-4642-b584-dd9dc2d5bcbe" providerId="ADAL" clId="{31A61E6D-9B98-45AB-8CEE-81F4BDF00835}" dt="2026-05-12T14:10:19.017" v="1029" actId="26606"/>
          <ac:spMkLst>
            <pc:docMk/>
            <pc:sldMk cId="0" sldId="262"/>
            <ac:spMk id="3" creationId="{00000000-0000-0000-0000-000000000000}"/>
          </ac:spMkLst>
        </pc:spChg>
        <pc:graphicFrameChg chg="add del">
          <ac:chgData name="Lucas Martins" userId="fcc9a4c5-6fa9-4642-b584-dd9dc2d5bcbe" providerId="ADAL" clId="{31A61E6D-9B98-45AB-8CEE-81F4BDF00835}" dt="2026-05-12T14:10:11.189" v="1026" actId="26606"/>
          <ac:graphicFrameMkLst>
            <pc:docMk/>
            <pc:sldMk cId="0" sldId="262"/>
            <ac:graphicFrameMk id="8" creationId="{8E876A27-F88A-B9E0-C0B7-DDA64E0657DC}"/>
          </ac:graphicFrameMkLst>
        </pc:graphicFrameChg>
        <pc:graphicFrameChg chg="add del">
          <ac:chgData name="Lucas Martins" userId="fcc9a4c5-6fa9-4642-b584-dd9dc2d5bcbe" providerId="ADAL" clId="{31A61E6D-9B98-45AB-8CEE-81F4BDF00835}" dt="2026-05-12T14:10:18.992" v="1028" actId="26606"/>
          <ac:graphicFrameMkLst>
            <pc:docMk/>
            <pc:sldMk cId="0" sldId="262"/>
            <ac:graphicFrameMk id="10" creationId="{EDC34A53-CA6A-C268-EFB7-E3C73034EB10}"/>
          </ac:graphicFrameMkLst>
        </pc:graphicFrameChg>
        <pc:graphicFrameChg chg="add mod modGraphic">
          <ac:chgData name="Lucas Martins" userId="fcc9a4c5-6fa9-4642-b584-dd9dc2d5bcbe" providerId="ADAL" clId="{31A61E6D-9B98-45AB-8CEE-81F4BDF00835}" dt="2026-05-12T14:12:08.642" v="1136" actId="20577"/>
          <ac:graphicFrameMkLst>
            <pc:docMk/>
            <pc:sldMk cId="0" sldId="262"/>
            <ac:graphicFrameMk id="12" creationId="{8E876A27-F88A-B9E0-C0B7-DDA64E0657DC}"/>
          </ac:graphicFrameMkLst>
        </pc:graphicFrameChg>
      </pc:sldChg>
      <pc:sldChg chg="modSp mod">
        <pc:chgData name="Lucas Martins" userId="fcc9a4c5-6fa9-4642-b584-dd9dc2d5bcbe" providerId="ADAL" clId="{31A61E6D-9B98-45AB-8CEE-81F4BDF00835}" dt="2026-05-12T14:57:50.225" v="1546" actId="6549"/>
        <pc:sldMkLst>
          <pc:docMk/>
          <pc:sldMk cId="0" sldId="263"/>
        </pc:sldMkLst>
        <pc:spChg chg="mod">
          <ac:chgData name="Lucas Martins" userId="fcc9a4c5-6fa9-4642-b584-dd9dc2d5bcbe" providerId="ADAL" clId="{31A61E6D-9B98-45AB-8CEE-81F4BDF00835}" dt="2026-05-12T14:57:50.225" v="1546" actId="6549"/>
          <ac:spMkLst>
            <pc:docMk/>
            <pc:sldMk cId="0" sldId="263"/>
            <ac:spMk id="3" creationId="{00000000-0000-0000-0000-000000000000}"/>
          </ac:spMkLst>
        </pc:spChg>
        <pc:picChg chg="mod">
          <ac:chgData name="Lucas Martins" userId="fcc9a4c5-6fa9-4642-b584-dd9dc2d5bcbe" providerId="ADAL" clId="{31A61E6D-9B98-45AB-8CEE-81F4BDF00835}" dt="2026-05-12T14:57:48.192" v="1545" actId="1076"/>
          <ac:picMkLst>
            <pc:docMk/>
            <pc:sldMk cId="0" sldId="263"/>
            <ac:picMk id="4" creationId="{C24A1F41-078A-FFB0-5B7F-AF0BAC6467F0}"/>
          </ac:picMkLst>
        </pc:picChg>
      </pc:sldChg>
      <pc:sldChg chg="addSp delSp modSp new del mod">
        <pc:chgData name="Lucas Martins" userId="fcc9a4c5-6fa9-4642-b584-dd9dc2d5bcbe" providerId="ADAL" clId="{31A61E6D-9B98-45AB-8CEE-81F4BDF00835}" dt="2026-05-12T13:45:40.360" v="200" actId="2696"/>
        <pc:sldMkLst>
          <pc:docMk/>
          <pc:sldMk cId="1654812518" sldId="264"/>
        </pc:sldMkLst>
        <pc:spChg chg="del">
          <ac:chgData name="Lucas Martins" userId="fcc9a4c5-6fa9-4642-b584-dd9dc2d5bcbe" providerId="ADAL" clId="{31A61E6D-9B98-45AB-8CEE-81F4BDF00835}" dt="2026-05-12T13:36:18.985" v="19" actId="478"/>
          <ac:spMkLst>
            <pc:docMk/>
            <pc:sldMk cId="1654812518" sldId="264"/>
            <ac:spMk id="2" creationId="{64683B0B-E51D-482A-410A-E3D45DE72841}"/>
          </ac:spMkLst>
        </pc:spChg>
        <pc:spChg chg="del">
          <ac:chgData name="Lucas Martins" userId="fcc9a4c5-6fa9-4642-b584-dd9dc2d5bcbe" providerId="ADAL" clId="{31A61E6D-9B98-45AB-8CEE-81F4BDF00835}" dt="2026-05-12T13:36:17.973" v="18" actId="478"/>
          <ac:spMkLst>
            <pc:docMk/>
            <pc:sldMk cId="1654812518" sldId="264"/>
            <ac:spMk id="3" creationId="{8CD5411F-487A-8A53-DE25-D74A99FCB083}"/>
          </ac:spMkLst>
        </pc:spChg>
        <pc:spChg chg="add mod ord">
          <ac:chgData name="Lucas Martins" userId="fcc9a4c5-6fa9-4642-b584-dd9dc2d5bcbe" providerId="ADAL" clId="{31A61E6D-9B98-45AB-8CEE-81F4BDF00835}" dt="2026-05-12T13:39:40.865" v="67" actId="164"/>
          <ac:spMkLst>
            <pc:docMk/>
            <pc:sldMk cId="1654812518" sldId="264"/>
            <ac:spMk id="4" creationId="{C3596AB4-91BC-F838-3056-4E007DEE3A6B}"/>
          </ac:spMkLst>
        </pc:spChg>
        <pc:spChg chg="add mod ord">
          <ac:chgData name="Lucas Martins" userId="fcc9a4c5-6fa9-4642-b584-dd9dc2d5bcbe" providerId="ADAL" clId="{31A61E6D-9B98-45AB-8CEE-81F4BDF00835}" dt="2026-05-12T13:39:40.865" v="67" actId="164"/>
          <ac:spMkLst>
            <pc:docMk/>
            <pc:sldMk cId="1654812518" sldId="264"/>
            <ac:spMk id="6" creationId="{59A1D08C-CD0B-1424-2172-CCB5EAF891C7}"/>
          </ac:spMkLst>
        </pc:spChg>
        <pc:spChg chg="mod topLvl">
          <ac:chgData name="Lucas Martins" userId="fcc9a4c5-6fa9-4642-b584-dd9dc2d5bcbe" providerId="ADAL" clId="{31A61E6D-9B98-45AB-8CEE-81F4BDF00835}" dt="2026-05-12T13:43:45.428" v="153" actId="164"/>
          <ac:spMkLst>
            <pc:docMk/>
            <pc:sldMk cId="1654812518" sldId="264"/>
            <ac:spMk id="9" creationId="{A99C8DB2-E4EA-DE53-A0CF-4DCDD1D5A3B9}"/>
          </ac:spMkLst>
        </pc:spChg>
        <pc:spChg chg="mod topLvl">
          <ac:chgData name="Lucas Martins" userId="fcc9a4c5-6fa9-4642-b584-dd9dc2d5bcbe" providerId="ADAL" clId="{31A61E6D-9B98-45AB-8CEE-81F4BDF00835}" dt="2026-05-12T13:43:45.428" v="153" actId="164"/>
          <ac:spMkLst>
            <pc:docMk/>
            <pc:sldMk cId="1654812518" sldId="264"/>
            <ac:spMk id="10" creationId="{06A73B3F-3975-F6D8-22FA-22476239AEBE}"/>
          </ac:spMkLst>
        </pc:spChg>
        <pc:spChg chg="mod topLvl">
          <ac:chgData name="Lucas Martins" userId="fcc9a4c5-6fa9-4642-b584-dd9dc2d5bcbe" providerId="ADAL" clId="{31A61E6D-9B98-45AB-8CEE-81F4BDF00835}" dt="2026-05-12T13:43:53.816" v="154" actId="164"/>
          <ac:spMkLst>
            <pc:docMk/>
            <pc:sldMk cId="1654812518" sldId="264"/>
            <ac:spMk id="13" creationId="{F667F1BD-09DF-7594-30F6-A27F3EADBA54}"/>
          </ac:spMkLst>
        </pc:spChg>
        <pc:spChg chg="mod topLvl">
          <ac:chgData name="Lucas Martins" userId="fcc9a4c5-6fa9-4642-b584-dd9dc2d5bcbe" providerId="ADAL" clId="{31A61E6D-9B98-45AB-8CEE-81F4BDF00835}" dt="2026-05-12T13:43:53.816" v="154" actId="164"/>
          <ac:spMkLst>
            <pc:docMk/>
            <pc:sldMk cId="1654812518" sldId="264"/>
            <ac:spMk id="14" creationId="{346B3C06-1300-87D8-3EEE-AA24DAF23886}"/>
          </ac:spMkLst>
        </pc:spChg>
        <pc:grpChg chg="add mod">
          <ac:chgData name="Lucas Martins" userId="fcc9a4c5-6fa9-4642-b584-dd9dc2d5bcbe" providerId="ADAL" clId="{31A61E6D-9B98-45AB-8CEE-81F4BDF00835}" dt="2026-05-12T13:39:43.862" v="68" actId="1076"/>
          <ac:grpSpMkLst>
            <pc:docMk/>
            <pc:sldMk cId="1654812518" sldId="264"/>
            <ac:grpSpMk id="7" creationId="{7F67035F-7F53-C1BB-4E67-541BBC77E489}"/>
          </ac:grpSpMkLst>
        </pc:grpChg>
        <pc:grpChg chg="add del mod">
          <ac:chgData name="Lucas Martins" userId="fcc9a4c5-6fa9-4642-b584-dd9dc2d5bcbe" providerId="ADAL" clId="{31A61E6D-9B98-45AB-8CEE-81F4BDF00835}" dt="2026-05-12T13:43:26.573" v="150" actId="165"/>
          <ac:grpSpMkLst>
            <pc:docMk/>
            <pc:sldMk cId="1654812518" sldId="264"/>
            <ac:grpSpMk id="8" creationId="{7140943E-D7A4-BEC1-6EDA-FF4C23B7387B}"/>
          </ac:grpSpMkLst>
        </pc:grpChg>
        <pc:grpChg chg="add del mod">
          <ac:chgData name="Lucas Martins" userId="fcc9a4c5-6fa9-4642-b584-dd9dc2d5bcbe" providerId="ADAL" clId="{31A61E6D-9B98-45AB-8CEE-81F4BDF00835}" dt="2026-05-12T13:43:03.707" v="143" actId="165"/>
          <ac:grpSpMkLst>
            <pc:docMk/>
            <pc:sldMk cId="1654812518" sldId="264"/>
            <ac:grpSpMk id="12" creationId="{C76AB1E9-9778-518D-3AA1-899F40FE8C84}"/>
          </ac:grpSpMkLst>
        </pc:grpChg>
        <pc:grpChg chg="add mod">
          <ac:chgData name="Lucas Martins" userId="fcc9a4c5-6fa9-4642-b584-dd9dc2d5bcbe" providerId="ADAL" clId="{31A61E6D-9B98-45AB-8CEE-81F4BDF00835}" dt="2026-05-12T13:43:45.428" v="153" actId="164"/>
          <ac:grpSpMkLst>
            <pc:docMk/>
            <pc:sldMk cId="1654812518" sldId="264"/>
            <ac:grpSpMk id="20" creationId="{48523ED7-01BC-8FB4-F470-3FF2DCF94D44}"/>
          </ac:grpSpMkLst>
        </pc:grpChg>
        <pc:grpChg chg="add mod">
          <ac:chgData name="Lucas Martins" userId="fcc9a4c5-6fa9-4642-b584-dd9dc2d5bcbe" providerId="ADAL" clId="{31A61E6D-9B98-45AB-8CEE-81F4BDF00835}" dt="2026-05-12T13:43:53.816" v="154" actId="164"/>
          <ac:grpSpMkLst>
            <pc:docMk/>
            <pc:sldMk cId="1654812518" sldId="264"/>
            <ac:grpSpMk id="21" creationId="{2DF85282-C7FB-B3C1-D7F4-E589F807D705}"/>
          </ac:grpSpMkLst>
        </pc:grpChg>
        <pc:picChg chg="add mod">
          <ac:chgData name="Lucas Martins" userId="fcc9a4c5-6fa9-4642-b584-dd9dc2d5bcbe" providerId="ADAL" clId="{31A61E6D-9B98-45AB-8CEE-81F4BDF00835}" dt="2026-05-12T13:39:40.865" v="67" actId="164"/>
          <ac:picMkLst>
            <pc:docMk/>
            <pc:sldMk cId="1654812518" sldId="264"/>
            <ac:picMk id="5" creationId="{ABD007D7-5454-A55D-1576-A621E2CD879E}"/>
          </ac:picMkLst>
        </pc:picChg>
        <pc:picChg chg="del mod">
          <ac:chgData name="Lucas Martins" userId="fcc9a4c5-6fa9-4642-b584-dd9dc2d5bcbe" providerId="ADAL" clId="{31A61E6D-9B98-45AB-8CEE-81F4BDF00835}" dt="2026-05-12T13:40:24.535" v="134" actId="478"/>
          <ac:picMkLst>
            <pc:docMk/>
            <pc:sldMk cId="1654812518" sldId="264"/>
            <ac:picMk id="11" creationId="{A2FF7674-F1A3-6184-B67A-74CFC9B309EC}"/>
          </ac:picMkLst>
        </pc:picChg>
        <pc:picChg chg="del mod">
          <ac:chgData name="Lucas Martins" userId="fcc9a4c5-6fa9-4642-b584-dd9dc2d5bcbe" providerId="ADAL" clId="{31A61E6D-9B98-45AB-8CEE-81F4BDF00835}" dt="2026-05-12T13:41:17.486" v="138" actId="478"/>
          <ac:picMkLst>
            <pc:docMk/>
            <pc:sldMk cId="1654812518" sldId="264"/>
            <ac:picMk id="15" creationId="{63774D5C-98BD-471E-5AC3-3BE9C605A10D}"/>
          </ac:picMkLst>
        </pc:picChg>
        <pc:picChg chg="add mod">
          <ac:chgData name="Lucas Martins" userId="fcc9a4c5-6fa9-4642-b584-dd9dc2d5bcbe" providerId="ADAL" clId="{31A61E6D-9B98-45AB-8CEE-81F4BDF00835}" dt="2026-05-12T13:43:45.428" v="153" actId="164"/>
          <ac:picMkLst>
            <pc:docMk/>
            <pc:sldMk cId="1654812518" sldId="264"/>
            <ac:picMk id="17" creationId="{4ABF904C-0540-C573-7BE8-7B5D3D01B379}"/>
          </ac:picMkLst>
        </pc:picChg>
        <pc:picChg chg="add mod">
          <ac:chgData name="Lucas Martins" userId="fcc9a4c5-6fa9-4642-b584-dd9dc2d5bcbe" providerId="ADAL" clId="{31A61E6D-9B98-45AB-8CEE-81F4BDF00835}" dt="2026-05-12T13:43:53.816" v="154" actId="164"/>
          <ac:picMkLst>
            <pc:docMk/>
            <pc:sldMk cId="1654812518" sldId="264"/>
            <ac:picMk id="19" creationId="{9AEDF737-4806-1376-92C2-E37DD750E7D5}"/>
          </ac:picMkLst>
        </pc:picChg>
      </pc:sldChg>
      <pc:sldChg chg="addSp delSp modSp add mod">
        <pc:chgData name="Lucas Martins" userId="fcc9a4c5-6fa9-4642-b584-dd9dc2d5bcbe" providerId="ADAL" clId="{31A61E6D-9B98-45AB-8CEE-81F4BDF00835}" dt="2026-05-12T14:17:07.584" v="1518" actId="20577"/>
        <pc:sldMkLst>
          <pc:docMk/>
          <pc:sldMk cId="2122358968" sldId="264"/>
        </pc:sldMkLst>
        <pc:spChg chg="mod">
          <ac:chgData name="Lucas Martins" userId="fcc9a4c5-6fa9-4642-b584-dd9dc2d5bcbe" providerId="ADAL" clId="{31A61E6D-9B98-45AB-8CEE-81F4BDF00835}" dt="2026-05-12T14:14:45.864" v="1143" actId="113"/>
          <ac:spMkLst>
            <pc:docMk/>
            <pc:sldMk cId="2122358968" sldId="264"/>
            <ac:spMk id="2" creationId="{621BA62B-C1C1-CDC1-97DB-41AA86B3D823}"/>
          </ac:spMkLst>
        </pc:spChg>
        <pc:spChg chg="mod">
          <ac:chgData name="Lucas Martins" userId="fcc9a4c5-6fa9-4642-b584-dd9dc2d5bcbe" providerId="ADAL" clId="{31A61E6D-9B98-45AB-8CEE-81F4BDF00835}" dt="2026-05-12T14:16:54.606" v="1509" actId="20577"/>
          <ac:spMkLst>
            <pc:docMk/>
            <pc:sldMk cId="2122358968" sldId="264"/>
            <ac:spMk id="15" creationId="{57502B23-1D66-CE1C-17BC-2523461B9BDA}"/>
          </ac:spMkLst>
        </pc:spChg>
        <pc:spChg chg="mod">
          <ac:chgData name="Lucas Martins" userId="fcc9a4c5-6fa9-4642-b584-dd9dc2d5bcbe" providerId="ADAL" clId="{31A61E6D-9B98-45AB-8CEE-81F4BDF00835}" dt="2026-05-12T14:16:18.985" v="1382" actId="20577"/>
          <ac:spMkLst>
            <pc:docMk/>
            <pc:sldMk cId="2122358968" sldId="264"/>
            <ac:spMk id="16" creationId="{8EF3D542-114D-EB9E-256F-75300986C1ED}"/>
          </ac:spMkLst>
        </pc:spChg>
        <pc:spChg chg="mod">
          <ac:chgData name="Lucas Martins" userId="fcc9a4c5-6fa9-4642-b584-dd9dc2d5bcbe" providerId="ADAL" clId="{31A61E6D-9B98-45AB-8CEE-81F4BDF00835}" dt="2026-05-12T14:17:07.584" v="1518" actId="20577"/>
          <ac:spMkLst>
            <pc:docMk/>
            <pc:sldMk cId="2122358968" sldId="264"/>
            <ac:spMk id="17" creationId="{DCAD3F05-8CE0-33D9-55B9-C87E49FBE728}"/>
          </ac:spMkLst>
        </pc:spChg>
        <pc:spChg chg="mod">
          <ac:chgData name="Lucas Martins" userId="fcc9a4c5-6fa9-4642-b584-dd9dc2d5bcbe" providerId="ADAL" clId="{31A61E6D-9B98-45AB-8CEE-81F4BDF00835}" dt="2026-05-12T14:15:52.558" v="1256" actId="20577"/>
          <ac:spMkLst>
            <pc:docMk/>
            <pc:sldMk cId="2122358968" sldId="264"/>
            <ac:spMk id="18" creationId="{29FE5C14-E600-306C-C440-EF0770BADCA8}"/>
          </ac:spMkLst>
        </pc:spChg>
        <pc:spChg chg="del mod">
          <ac:chgData name="Lucas Martins" userId="fcc9a4c5-6fa9-4642-b584-dd9dc2d5bcbe" providerId="ADAL" clId="{31A61E6D-9B98-45AB-8CEE-81F4BDF00835}" dt="2026-05-12T14:15:35.348" v="1204" actId="478"/>
          <ac:spMkLst>
            <pc:docMk/>
            <pc:sldMk cId="2122358968" sldId="264"/>
            <ac:spMk id="21" creationId="{3D6A2014-E293-AAE7-F54B-3976BD7D2F76}"/>
          </ac:spMkLst>
        </pc:spChg>
        <pc:picChg chg="add mod">
          <ac:chgData name="Lucas Martins" userId="fcc9a4c5-6fa9-4642-b584-dd9dc2d5bcbe" providerId="ADAL" clId="{31A61E6D-9B98-45AB-8CEE-81F4BDF00835}" dt="2026-05-12T14:14:33.182" v="1140" actId="1076"/>
          <ac:picMkLst>
            <pc:docMk/>
            <pc:sldMk cId="2122358968" sldId="264"/>
            <ac:picMk id="3" creationId="{93A6A1AE-7C6A-F342-9230-7134AE0F4625}"/>
          </ac:picMkLst>
        </pc:picChg>
        <pc:picChg chg="del">
          <ac:chgData name="Lucas Martins" userId="fcc9a4c5-6fa9-4642-b584-dd9dc2d5bcbe" providerId="ADAL" clId="{31A61E6D-9B98-45AB-8CEE-81F4BDF00835}" dt="2026-05-12T14:14:27.902" v="1139" actId="478"/>
          <ac:picMkLst>
            <pc:docMk/>
            <pc:sldMk cId="2122358968" sldId="264"/>
            <ac:picMk id="7" creationId="{AE706AFD-7FA1-CB2A-CC7B-415C4296853D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E9F917-76A6-4303-9D28-7BC415EEB0E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869EE0-85A5-4CF5-B972-3113723D45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Eficiência: Redução drástica no tempo de processamento manual.</a:t>
          </a:r>
          <a:endParaRPr lang="en-US"/>
        </a:p>
      </dgm:t>
    </dgm:pt>
    <dgm:pt modelId="{665E1FB1-13D3-4F46-9CCB-7705B909BA43}" type="parTrans" cxnId="{8E1D45DA-9693-44A0-844F-D15D2815D91D}">
      <dgm:prSet/>
      <dgm:spPr/>
      <dgm:t>
        <a:bodyPr/>
        <a:lstStyle/>
        <a:p>
          <a:endParaRPr lang="en-US"/>
        </a:p>
      </dgm:t>
    </dgm:pt>
    <dgm:pt modelId="{C2938E13-F260-47A4-8A4F-B393C2F81AAC}" type="sibTrans" cxnId="{8E1D45DA-9693-44A0-844F-D15D2815D91D}">
      <dgm:prSet/>
      <dgm:spPr/>
      <dgm:t>
        <a:bodyPr/>
        <a:lstStyle/>
        <a:p>
          <a:endParaRPr lang="en-US"/>
        </a:p>
      </dgm:t>
    </dgm:pt>
    <dgm:pt modelId="{6895FB8D-A86F-4C04-B496-CA2FA6CB21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Segurança</a:t>
          </a:r>
          <a:r>
            <a:rPr lang="en-US" b="1" dirty="0"/>
            <a:t>: </a:t>
          </a:r>
          <a:r>
            <a:rPr lang="en-US" b="1" dirty="0" err="1"/>
            <a:t>Centralização</a:t>
          </a:r>
          <a:r>
            <a:rPr lang="en-US" b="1" dirty="0"/>
            <a:t> de </a:t>
          </a:r>
          <a:r>
            <a:rPr lang="en-US" b="1" dirty="0" err="1"/>
            <a:t>cálculos</a:t>
          </a:r>
          <a:r>
            <a:rPr lang="en-US" b="1" dirty="0"/>
            <a:t> e </a:t>
          </a:r>
          <a:r>
            <a:rPr lang="en-US" b="1" dirty="0" err="1"/>
            <a:t>métricas</a:t>
          </a:r>
          <a:r>
            <a:rPr lang="en-US" b="1" dirty="0"/>
            <a:t> </a:t>
          </a:r>
          <a:r>
            <a:rPr lang="en-US" b="1" dirty="0" err="1"/>
            <a:t>gerenciais</a:t>
          </a:r>
          <a:r>
            <a:rPr lang="en-US" b="1" dirty="0"/>
            <a:t>.</a:t>
          </a:r>
          <a:endParaRPr lang="en-US" dirty="0"/>
        </a:p>
      </dgm:t>
    </dgm:pt>
    <dgm:pt modelId="{BDD59D1F-E89B-494D-B6D8-F287F566BCA9}" type="parTrans" cxnId="{2D70F159-65FD-413E-BA48-81D93CF4A74C}">
      <dgm:prSet/>
      <dgm:spPr/>
      <dgm:t>
        <a:bodyPr/>
        <a:lstStyle/>
        <a:p>
          <a:endParaRPr lang="en-US"/>
        </a:p>
      </dgm:t>
    </dgm:pt>
    <dgm:pt modelId="{1A0DBA06-F2A9-4932-B557-5ED34EA85FB5}" type="sibTrans" cxnId="{2D70F159-65FD-413E-BA48-81D93CF4A74C}">
      <dgm:prSet/>
      <dgm:spPr/>
      <dgm:t>
        <a:bodyPr/>
        <a:lstStyle/>
        <a:p>
          <a:endParaRPr lang="en-US"/>
        </a:p>
      </dgm:t>
    </dgm:pt>
    <dgm:pt modelId="{57C1B3D2-5AD1-4D2A-9E47-6DE254060D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Decisão: Dados consolidados para decisões rápidas e seguras.</a:t>
          </a:r>
          <a:endParaRPr lang="en-US"/>
        </a:p>
      </dgm:t>
    </dgm:pt>
    <dgm:pt modelId="{CF5E5BEC-E040-41F0-9B7B-0D8DAB1AABC5}" type="parTrans" cxnId="{8AC1DE36-9A75-4424-A9C3-6880AA78CAFD}">
      <dgm:prSet/>
      <dgm:spPr/>
      <dgm:t>
        <a:bodyPr/>
        <a:lstStyle/>
        <a:p>
          <a:endParaRPr lang="en-US"/>
        </a:p>
      </dgm:t>
    </dgm:pt>
    <dgm:pt modelId="{EA9E556E-461A-413C-91D5-CA160BA0E5CB}" type="sibTrans" cxnId="{8AC1DE36-9A75-4424-A9C3-6880AA78CAFD}">
      <dgm:prSet/>
      <dgm:spPr/>
      <dgm:t>
        <a:bodyPr/>
        <a:lstStyle/>
        <a:p>
          <a:endParaRPr lang="en-US"/>
        </a:p>
      </dgm:t>
    </dgm:pt>
    <dgm:pt modelId="{A518F5F3-AD48-4440-92BC-96F0FF47ACE6}" type="pres">
      <dgm:prSet presAssocID="{C3E9F917-76A6-4303-9D28-7BC415EEB0E1}" presName="root" presStyleCnt="0">
        <dgm:presLayoutVars>
          <dgm:dir/>
          <dgm:resizeHandles val="exact"/>
        </dgm:presLayoutVars>
      </dgm:prSet>
      <dgm:spPr/>
    </dgm:pt>
    <dgm:pt modelId="{797C3213-6CFE-4CEF-8DAA-BCBB86FBD5C3}" type="pres">
      <dgm:prSet presAssocID="{2B869EE0-85A5-4CF5-B972-3113723D4552}" presName="compNode" presStyleCnt="0"/>
      <dgm:spPr/>
    </dgm:pt>
    <dgm:pt modelId="{72948896-A312-4EE8-AEE4-DA7C1D05DC6F}" type="pres">
      <dgm:prSet presAssocID="{2B869EE0-85A5-4CF5-B972-3113723D4552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ômetro com preenchimento sólido"/>
        </a:ext>
      </dgm:extLst>
    </dgm:pt>
    <dgm:pt modelId="{3F06B275-F37F-48A9-B79B-15B83CBD552E}" type="pres">
      <dgm:prSet presAssocID="{2B869EE0-85A5-4CF5-B972-3113723D4552}" presName="spaceRect" presStyleCnt="0"/>
      <dgm:spPr/>
    </dgm:pt>
    <dgm:pt modelId="{E846FF98-481E-416A-AE67-BA668CF79AA2}" type="pres">
      <dgm:prSet presAssocID="{2B869EE0-85A5-4CF5-B972-3113723D4552}" presName="textRect" presStyleLbl="revTx" presStyleIdx="0" presStyleCnt="3">
        <dgm:presLayoutVars>
          <dgm:chMax val="1"/>
          <dgm:chPref val="1"/>
        </dgm:presLayoutVars>
      </dgm:prSet>
      <dgm:spPr/>
    </dgm:pt>
    <dgm:pt modelId="{199F8869-D96C-490B-BF77-570F855030F5}" type="pres">
      <dgm:prSet presAssocID="{C2938E13-F260-47A4-8A4F-B393C2F81AAC}" presName="sibTrans" presStyleCnt="0"/>
      <dgm:spPr/>
    </dgm:pt>
    <dgm:pt modelId="{8A54D5BB-2FA6-4D31-A8B6-6BDD7780C42B}" type="pres">
      <dgm:prSet presAssocID="{6895FB8D-A86F-4C04-B496-CA2FA6CB2117}" presName="compNode" presStyleCnt="0"/>
      <dgm:spPr/>
    </dgm:pt>
    <dgm:pt modelId="{0826FBCB-D49B-4E29-B6E4-84D21A717632}" type="pres">
      <dgm:prSet presAssocID="{6895FB8D-A86F-4C04-B496-CA2FA6CB211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E9FC90A1-ECF0-4028-BB13-3B952D4ECA99}" type="pres">
      <dgm:prSet presAssocID="{6895FB8D-A86F-4C04-B496-CA2FA6CB2117}" presName="spaceRect" presStyleCnt="0"/>
      <dgm:spPr/>
    </dgm:pt>
    <dgm:pt modelId="{AD6E23BC-6E5A-43B6-A8C6-F4DD03198831}" type="pres">
      <dgm:prSet presAssocID="{6895FB8D-A86F-4C04-B496-CA2FA6CB2117}" presName="textRect" presStyleLbl="revTx" presStyleIdx="1" presStyleCnt="3">
        <dgm:presLayoutVars>
          <dgm:chMax val="1"/>
          <dgm:chPref val="1"/>
        </dgm:presLayoutVars>
      </dgm:prSet>
      <dgm:spPr/>
    </dgm:pt>
    <dgm:pt modelId="{86334AB7-49DE-4239-B0DA-1739ABC1DF1F}" type="pres">
      <dgm:prSet presAssocID="{1A0DBA06-F2A9-4932-B557-5ED34EA85FB5}" presName="sibTrans" presStyleCnt="0"/>
      <dgm:spPr/>
    </dgm:pt>
    <dgm:pt modelId="{94A5154B-A3F5-4C1A-B32E-3CE193B9E4EA}" type="pres">
      <dgm:prSet presAssocID="{57C1B3D2-5AD1-4D2A-9E47-6DE254060D09}" presName="compNode" presStyleCnt="0"/>
      <dgm:spPr/>
    </dgm:pt>
    <dgm:pt modelId="{25503C83-E31D-4DED-8E38-0CC33491C299}" type="pres">
      <dgm:prSet presAssocID="{57C1B3D2-5AD1-4D2A-9E47-6DE254060D0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06ED18F8-6F3B-4CCB-B666-4BFE94A2AFE9}" type="pres">
      <dgm:prSet presAssocID="{57C1B3D2-5AD1-4D2A-9E47-6DE254060D09}" presName="spaceRect" presStyleCnt="0"/>
      <dgm:spPr/>
    </dgm:pt>
    <dgm:pt modelId="{EA0296BE-0F00-4AC4-8419-18028C8D1C94}" type="pres">
      <dgm:prSet presAssocID="{57C1B3D2-5AD1-4D2A-9E47-6DE254060D0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1E4990D-F723-4407-809A-DBC6B6DD851F}" type="presOf" srcId="{C3E9F917-76A6-4303-9D28-7BC415EEB0E1}" destId="{A518F5F3-AD48-4440-92BC-96F0FF47ACE6}" srcOrd="0" destOrd="0" presId="urn:microsoft.com/office/officeart/2018/2/layout/IconLabelList"/>
    <dgm:cxn modelId="{8AC1DE36-9A75-4424-A9C3-6880AA78CAFD}" srcId="{C3E9F917-76A6-4303-9D28-7BC415EEB0E1}" destId="{57C1B3D2-5AD1-4D2A-9E47-6DE254060D09}" srcOrd="2" destOrd="0" parTransId="{CF5E5BEC-E040-41F0-9B7B-0D8DAB1AABC5}" sibTransId="{EA9E556E-461A-413C-91D5-CA160BA0E5CB}"/>
    <dgm:cxn modelId="{0465AB49-B5DF-4265-BD1C-F12473823DE1}" type="presOf" srcId="{2B869EE0-85A5-4CF5-B972-3113723D4552}" destId="{E846FF98-481E-416A-AE67-BA668CF79AA2}" srcOrd="0" destOrd="0" presId="urn:microsoft.com/office/officeart/2018/2/layout/IconLabelList"/>
    <dgm:cxn modelId="{2D70F159-65FD-413E-BA48-81D93CF4A74C}" srcId="{C3E9F917-76A6-4303-9D28-7BC415EEB0E1}" destId="{6895FB8D-A86F-4C04-B496-CA2FA6CB2117}" srcOrd="1" destOrd="0" parTransId="{BDD59D1F-E89B-494D-B6D8-F287F566BCA9}" sibTransId="{1A0DBA06-F2A9-4932-B557-5ED34EA85FB5}"/>
    <dgm:cxn modelId="{572A81D3-AD90-4AB1-BDF1-029ABD869785}" type="presOf" srcId="{57C1B3D2-5AD1-4D2A-9E47-6DE254060D09}" destId="{EA0296BE-0F00-4AC4-8419-18028C8D1C94}" srcOrd="0" destOrd="0" presId="urn:microsoft.com/office/officeart/2018/2/layout/IconLabelList"/>
    <dgm:cxn modelId="{1D34C2D6-0219-4864-AB3E-9F885662BF8F}" type="presOf" srcId="{6895FB8D-A86F-4C04-B496-CA2FA6CB2117}" destId="{AD6E23BC-6E5A-43B6-A8C6-F4DD03198831}" srcOrd="0" destOrd="0" presId="urn:microsoft.com/office/officeart/2018/2/layout/IconLabelList"/>
    <dgm:cxn modelId="{8E1D45DA-9693-44A0-844F-D15D2815D91D}" srcId="{C3E9F917-76A6-4303-9D28-7BC415EEB0E1}" destId="{2B869EE0-85A5-4CF5-B972-3113723D4552}" srcOrd="0" destOrd="0" parTransId="{665E1FB1-13D3-4F46-9CCB-7705B909BA43}" sibTransId="{C2938E13-F260-47A4-8A4F-B393C2F81AAC}"/>
    <dgm:cxn modelId="{F76C6CE0-B31C-4A86-9CE8-8676EB6874F6}" type="presParOf" srcId="{A518F5F3-AD48-4440-92BC-96F0FF47ACE6}" destId="{797C3213-6CFE-4CEF-8DAA-BCBB86FBD5C3}" srcOrd="0" destOrd="0" presId="urn:microsoft.com/office/officeart/2018/2/layout/IconLabelList"/>
    <dgm:cxn modelId="{B97D6A4C-0AD4-46AC-84A7-01A74D94CECB}" type="presParOf" srcId="{797C3213-6CFE-4CEF-8DAA-BCBB86FBD5C3}" destId="{72948896-A312-4EE8-AEE4-DA7C1D05DC6F}" srcOrd="0" destOrd="0" presId="urn:microsoft.com/office/officeart/2018/2/layout/IconLabelList"/>
    <dgm:cxn modelId="{38D8C682-0C07-44B8-9425-DC9E2064BC9D}" type="presParOf" srcId="{797C3213-6CFE-4CEF-8DAA-BCBB86FBD5C3}" destId="{3F06B275-F37F-48A9-B79B-15B83CBD552E}" srcOrd="1" destOrd="0" presId="urn:microsoft.com/office/officeart/2018/2/layout/IconLabelList"/>
    <dgm:cxn modelId="{8F964299-DB96-4C0A-A3D4-CA2FB98455DE}" type="presParOf" srcId="{797C3213-6CFE-4CEF-8DAA-BCBB86FBD5C3}" destId="{E846FF98-481E-416A-AE67-BA668CF79AA2}" srcOrd="2" destOrd="0" presId="urn:microsoft.com/office/officeart/2018/2/layout/IconLabelList"/>
    <dgm:cxn modelId="{64590F68-FF65-47BC-AF7A-95DCAAEFAA4A}" type="presParOf" srcId="{A518F5F3-AD48-4440-92BC-96F0FF47ACE6}" destId="{199F8869-D96C-490B-BF77-570F855030F5}" srcOrd="1" destOrd="0" presId="urn:microsoft.com/office/officeart/2018/2/layout/IconLabelList"/>
    <dgm:cxn modelId="{00A81631-B3BD-48AE-9234-1AB57115190A}" type="presParOf" srcId="{A518F5F3-AD48-4440-92BC-96F0FF47ACE6}" destId="{8A54D5BB-2FA6-4D31-A8B6-6BDD7780C42B}" srcOrd="2" destOrd="0" presId="urn:microsoft.com/office/officeart/2018/2/layout/IconLabelList"/>
    <dgm:cxn modelId="{8A8EF52C-3B5B-4511-ACFC-3DE9135F3C81}" type="presParOf" srcId="{8A54D5BB-2FA6-4D31-A8B6-6BDD7780C42B}" destId="{0826FBCB-D49B-4E29-B6E4-84D21A717632}" srcOrd="0" destOrd="0" presId="urn:microsoft.com/office/officeart/2018/2/layout/IconLabelList"/>
    <dgm:cxn modelId="{EB3037D3-2773-4D53-9AD0-83FE55964EBF}" type="presParOf" srcId="{8A54D5BB-2FA6-4D31-A8B6-6BDD7780C42B}" destId="{E9FC90A1-ECF0-4028-BB13-3B952D4ECA99}" srcOrd="1" destOrd="0" presId="urn:microsoft.com/office/officeart/2018/2/layout/IconLabelList"/>
    <dgm:cxn modelId="{00968A83-F4DF-4E07-A3C1-60DAED6F129F}" type="presParOf" srcId="{8A54D5BB-2FA6-4D31-A8B6-6BDD7780C42B}" destId="{AD6E23BC-6E5A-43B6-A8C6-F4DD03198831}" srcOrd="2" destOrd="0" presId="urn:microsoft.com/office/officeart/2018/2/layout/IconLabelList"/>
    <dgm:cxn modelId="{2F9AEBDC-6FAE-42C3-A086-99F535299288}" type="presParOf" srcId="{A518F5F3-AD48-4440-92BC-96F0FF47ACE6}" destId="{86334AB7-49DE-4239-B0DA-1739ABC1DF1F}" srcOrd="3" destOrd="0" presId="urn:microsoft.com/office/officeart/2018/2/layout/IconLabelList"/>
    <dgm:cxn modelId="{5EA02295-818A-4A66-A141-EDB65983B725}" type="presParOf" srcId="{A518F5F3-AD48-4440-92BC-96F0FF47ACE6}" destId="{94A5154B-A3F5-4C1A-B32E-3CE193B9E4EA}" srcOrd="4" destOrd="0" presId="urn:microsoft.com/office/officeart/2018/2/layout/IconLabelList"/>
    <dgm:cxn modelId="{CEE8C262-CBA2-4D98-BA1E-978FA9F5D09B}" type="presParOf" srcId="{94A5154B-A3F5-4C1A-B32E-3CE193B9E4EA}" destId="{25503C83-E31D-4DED-8E38-0CC33491C299}" srcOrd="0" destOrd="0" presId="urn:microsoft.com/office/officeart/2018/2/layout/IconLabelList"/>
    <dgm:cxn modelId="{555D15A1-C5B1-4DD7-A400-88CFEAEE0540}" type="presParOf" srcId="{94A5154B-A3F5-4C1A-B32E-3CE193B9E4EA}" destId="{06ED18F8-6F3B-4CCB-B666-4BFE94A2AFE9}" srcOrd="1" destOrd="0" presId="urn:microsoft.com/office/officeart/2018/2/layout/IconLabelList"/>
    <dgm:cxn modelId="{C20A5050-B821-4EA5-96D6-673D04E30CFA}" type="presParOf" srcId="{94A5154B-A3F5-4C1A-B32E-3CE193B9E4EA}" destId="{EA0296BE-0F00-4AC4-8419-18028C8D1C9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948896-A312-4EE8-AEE4-DA7C1D05DC6F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6FF98-481E-416A-AE67-BA668CF79AA2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Eficiência: Redução drástica no tempo de processamento manual.</a:t>
          </a:r>
          <a:endParaRPr lang="en-US" sz="1500" kern="1200"/>
        </a:p>
      </dsp:txBody>
      <dsp:txXfrm>
        <a:off x="90151" y="2602589"/>
        <a:ext cx="2402775" cy="720000"/>
      </dsp:txXfrm>
    </dsp:sp>
    <dsp:sp modelId="{0826FBCB-D49B-4E29-B6E4-84D21A717632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E23BC-6E5A-43B6-A8C6-F4DD03198831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/>
            <a:t>Segurança</a:t>
          </a:r>
          <a:r>
            <a:rPr lang="en-US" sz="1500" b="1" kern="1200" dirty="0"/>
            <a:t>: </a:t>
          </a:r>
          <a:r>
            <a:rPr lang="en-US" sz="1500" b="1" kern="1200" dirty="0" err="1"/>
            <a:t>Centralização</a:t>
          </a:r>
          <a:r>
            <a:rPr lang="en-US" sz="1500" b="1" kern="1200" dirty="0"/>
            <a:t> de </a:t>
          </a:r>
          <a:r>
            <a:rPr lang="en-US" sz="1500" b="1" kern="1200" dirty="0" err="1"/>
            <a:t>cálculos</a:t>
          </a:r>
          <a:r>
            <a:rPr lang="en-US" sz="1500" b="1" kern="1200" dirty="0"/>
            <a:t> e </a:t>
          </a:r>
          <a:r>
            <a:rPr lang="en-US" sz="1500" b="1" kern="1200" dirty="0" err="1"/>
            <a:t>métricas</a:t>
          </a:r>
          <a:r>
            <a:rPr lang="en-US" sz="1500" b="1" kern="1200" dirty="0"/>
            <a:t> </a:t>
          </a:r>
          <a:r>
            <a:rPr lang="en-US" sz="1500" b="1" kern="1200" dirty="0" err="1"/>
            <a:t>gerenciais</a:t>
          </a:r>
          <a:r>
            <a:rPr lang="en-US" sz="1500" b="1" kern="1200" dirty="0"/>
            <a:t>.</a:t>
          </a:r>
          <a:endParaRPr lang="en-US" sz="1500" kern="1200" dirty="0"/>
        </a:p>
      </dsp:txBody>
      <dsp:txXfrm>
        <a:off x="2913412" y="2602589"/>
        <a:ext cx="2402775" cy="720000"/>
      </dsp:txXfrm>
    </dsp:sp>
    <dsp:sp modelId="{25503C83-E31D-4DED-8E38-0CC33491C299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296BE-0F00-4AC4-8419-18028C8D1C94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Decisão: Dados consolidados para decisões rápidas e seguras.</a:t>
          </a:r>
          <a:endParaRPr lang="en-US" sz="1500" kern="1200"/>
        </a:p>
      </dsp:txBody>
      <dsp:txXfrm>
        <a:off x="5736673" y="2602589"/>
        <a:ext cx="240277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1D21F637-CE4D-A851-FB9A-360F5E5D6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755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2578" y="1085306"/>
            <a:ext cx="7772400" cy="722731"/>
          </a:xfrm>
        </p:spPr>
        <p:txBody>
          <a:bodyPr>
            <a:noAutofit/>
          </a:bodyPr>
          <a:lstStyle/>
          <a:p>
            <a:pPr algn="l"/>
            <a:r>
              <a:rPr lang="pt-BR" sz="3600" b="1" dirty="0">
                <a:solidFill>
                  <a:srgbClr val="005000"/>
                </a:solidFill>
              </a:rPr>
              <a:t>Plataforma Integrada Carmel Capital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84C56AE-F410-31B0-5374-82CD30A4B852}"/>
              </a:ext>
            </a:extLst>
          </p:cNvPr>
          <p:cNvSpPr/>
          <p:nvPr/>
        </p:nvSpPr>
        <p:spPr>
          <a:xfrm>
            <a:off x="0" y="0"/>
            <a:ext cx="9144000" cy="883121"/>
          </a:xfrm>
          <a:prstGeom prst="rect">
            <a:avLst/>
          </a:prstGeom>
          <a:solidFill>
            <a:srgbClr val="00500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A1ECD55-FF37-A767-5235-ED7B98F01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06" y="-22793"/>
            <a:ext cx="1701923" cy="81381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8E08BE1-0042-F6B5-3992-5FD4B26F6EBC}"/>
              </a:ext>
            </a:extLst>
          </p:cNvPr>
          <p:cNvSpPr txBox="1"/>
          <p:nvPr/>
        </p:nvSpPr>
        <p:spPr>
          <a:xfrm>
            <a:off x="32833" y="67631"/>
            <a:ext cx="91047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bg1"/>
                </a:solidFill>
              </a:rPr>
              <a:t>Transformação Digital</a:t>
            </a:r>
            <a:endParaRPr lang="pt-BR" sz="4400" b="1" dirty="0">
              <a:solidFill>
                <a:schemeClr val="bg1"/>
              </a:solidFill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F5094AB2-2C07-6A86-3C60-10B41F301491}"/>
              </a:ext>
            </a:extLst>
          </p:cNvPr>
          <p:cNvGrpSpPr/>
          <p:nvPr/>
        </p:nvGrpSpPr>
        <p:grpSpPr>
          <a:xfrm>
            <a:off x="682578" y="1865614"/>
            <a:ext cx="3236975" cy="1517904"/>
            <a:chOff x="886968" y="2999232"/>
            <a:chExt cx="3814331" cy="1892808"/>
          </a:xfrm>
        </p:grpSpPr>
        <p:sp>
          <p:nvSpPr>
            <p:cNvPr id="7" name="Retângulo: Único Canto Recortado 6">
              <a:extLst>
                <a:ext uri="{FF2B5EF4-FFF2-40B4-BE49-F238E27FC236}">
                  <a16:creationId xmlns:a16="http://schemas.microsoft.com/office/drawing/2014/main" id="{6B8FBAF7-0D29-73FF-A8E7-DE8B7D82DB1B}"/>
                </a:ext>
              </a:extLst>
            </p:cNvPr>
            <p:cNvSpPr/>
            <p:nvPr/>
          </p:nvSpPr>
          <p:spPr>
            <a:xfrm>
              <a:off x="2698762" y="3383281"/>
              <a:ext cx="2002537" cy="1143000"/>
            </a:xfrm>
            <a:prstGeom prst="snip1Rect">
              <a:avLst>
                <a:gd name="adj" fmla="val 9467"/>
              </a:avLst>
            </a:prstGeom>
            <a:solidFill>
              <a:srgbClr val="92D05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Sistema CNAB</a:t>
              </a: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A5A76E9E-B99E-9C50-AB99-B88F97F846DE}"/>
                </a:ext>
              </a:extLst>
            </p:cNvPr>
            <p:cNvSpPr/>
            <p:nvPr/>
          </p:nvSpPr>
          <p:spPr>
            <a:xfrm>
              <a:off x="886968" y="2999232"/>
              <a:ext cx="1892808" cy="1892808"/>
            </a:xfrm>
            <a:prstGeom prst="roundRect">
              <a:avLst>
                <a:gd name="adj" fmla="val 36474"/>
              </a:avLst>
            </a:prstGeom>
            <a:solidFill>
              <a:srgbClr val="00B05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3" name="Gráfico 12" descr="Papel estrutura de tópicos">
              <a:extLst>
                <a:ext uri="{FF2B5EF4-FFF2-40B4-BE49-F238E27FC236}">
                  <a16:creationId xmlns:a16="http://schemas.microsoft.com/office/drawing/2014/main" id="{3054E614-4C9B-63FC-01B0-69005118E3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1872" y="3374136"/>
              <a:ext cx="1143000" cy="1143000"/>
            </a:xfrm>
            <a:prstGeom prst="rect">
              <a:avLst/>
            </a:prstGeom>
          </p:spPr>
        </p:pic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0CEE332-5641-BE3E-9C81-B2D65BF6CA06}"/>
              </a:ext>
            </a:extLst>
          </p:cNvPr>
          <p:cNvGrpSpPr/>
          <p:nvPr/>
        </p:nvGrpSpPr>
        <p:grpSpPr>
          <a:xfrm>
            <a:off x="682578" y="3521895"/>
            <a:ext cx="3218687" cy="1517904"/>
            <a:chOff x="525780" y="2127504"/>
            <a:chExt cx="3792781" cy="1892808"/>
          </a:xfrm>
        </p:grpSpPr>
        <p:sp>
          <p:nvSpPr>
            <p:cNvPr id="15" name="Retângulo: Único Canto Recortado 14">
              <a:extLst>
                <a:ext uri="{FF2B5EF4-FFF2-40B4-BE49-F238E27FC236}">
                  <a16:creationId xmlns:a16="http://schemas.microsoft.com/office/drawing/2014/main" id="{A82EA061-72D3-DB08-5A6F-DCB44F31B8EE}"/>
                </a:ext>
              </a:extLst>
            </p:cNvPr>
            <p:cNvSpPr/>
            <p:nvPr/>
          </p:nvSpPr>
          <p:spPr>
            <a:xfrm>
              <a:off x="2316024" y="2511553"/>
              <a:ext cx="2002537" cy="1143000"/>
            </a:xfrm>
            <a:prstGeom prst="snip1Rect">
              <a:avLst>
                <a:gd name="adj" fmla="val 9467"/>
              </a:avLst>
            </a:prstGeom>
            <a:solidFill>
              <a:srgbClr val="92D05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Gestão Carteira</a:t>
              </a: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394B6B45-A7E0-341B-965C-390F63BCB415}"/>
                </a:ext>
              </a:extLst>
            </p:cNvPr>
            <p:cNvSpPr/>
            <p:nvPr/>
          </p:nvSpPr>
          <p:spPr>
            <a:xfrm>
              <a:off x="525780" y="2127504"/>
              <a:ext cx="1892808" cy="1892808"/>
            </a:xfrm>
            <a:prstGeom prst="roundRect">
              <a:avLst>
                <a:gd name="adj" fmla="val 36474"/>
              </a:avLst>
            </a:prstGeom>
            <a:solidFill>
              <a:srgbClr val="00B05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7" name="Gráfico 16" descr="Gráfico de barras com preenchimento sólido">
              <a:extLst>
                <a:ext uri="{FF2B5EF4-FFF2-40B4-BE49-F238E27FC236}">
                  <a16:creationId xmlns:a16="http://schemas.microsoft.com/office/drawing/2014/main" id="{B8AC383C-7709-DE57-21C2-A416E2A3B2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99784" y="2501508"/>
              <a:ext cx="1144800" cy="1144800"/>
            </a:xfrm>
            <a:prstGeom prst="rect">
              <a:avLst/>
            </a:prstGeom>
          </p:spPr>
        </p:pic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475EC48-14A2-91C5-7EFF-35AD932DBD55}"/>
              </a:ext>
            </a:extLst>
          </p:cNvPr>
          <p:cNvGrpSpPr/>
          <p:nvPr/>
        </p:nvGrpSpPr>
        <p:grpSpPr>
          <a:xfrm>
            <a:off x="682578" y="5178176"/>
            <a:ext cx="3227831" cy="1517904"/>
            <a:chOff x="576072" y="4273296"/>
            <a:chExt cx="3803556" cy="1892808"/>
          </a:xfrm>
        </p:grpSpPr>
        <p:sp>
          <p:nvSpPr>
            <p:cNvPr id="19" name="Retângulo: Único Canto Recortado 18">
              <a:extLst>
                <a:ext uri="{FF2B5EF4-FFF2-40B4-BE49-F238E27FC236}">
                  <a16:creationId xmlns:a16="http://schemas.microsoft.com/office/drawing/2014/main" id="{95B9F7A4-FEB7-3A57-C092-4E0303E1ACD9}"/>
                </a:ext>
              </a:extLst>
            </p:cNvPr>
            <p:cNvSpPr/>
            <p:nvPr/>
          </p:nvSpPr>
          <p:spPr>
            <a:xfrm>
              <a:off x="2377091" y="4657345"/>
              <a:ext cx="2002537" cy="1143000"/>
            </a:xfrm>
            <a:prstGeom prst="snip1Rect">
              <a:avLst>
                <a:gd name="adj" fmla="val 9467"/>
              </a:avLst>
            </a:prstGeom>
            <a:solidFill>
              <a:srgbClr val="92D05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Categorização Extratos</a:t>
              </a: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962B0DA1-FC92-E6C1-D3AD-E71BF70647DB}"/>
                </a:ext>
              </a:extLst>
            </p:cNvPr>
            <p:cNvSpPr/>
            <p:nvPr/>
          </p:nvSpPr>
          <p:spPr>
            <a:xfrm>
              <a:off x="576072" y="4273296"/>
              <a:ext cx="1892808" cy="1892808"/>
            </a:xfrm>
            <a:prstGeom prst="roundRect">
              <a:avLst>
                <a:gd name="adj" fmla="val 36474"/>
              </a:avLst>
            </a:prstGeom>
            <a:solidFill>
              <a:srgbClr val="00B05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21" name="Gráfico 20" descr="Verificação da caixa de entrada com preenchimento sólido">
              <a:extLst>
                <a:ext uri="{FF2B5EF4-FFF2-40B4-BE49-F238E27FC236}">
                  <a16:creationId xmlns:a16="http://schemas.microsoft.com/office/drawing/2014/main" id="{CE457971-D8E1-2887-FDFE-7DC44CE6AD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0976" y="4648200"/>
              <a:ext cx="1143000" cy="1143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96CB0D-BDFB-FB90-920F-794D22B33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7556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1800">
                <a:solidFill>
                  <a:srgbClr val="595959"/>
                </a:solidFill>
              </a:defRPr>
            </a:pP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Desafio: Processos espalhados para leituras de arquivos CNAB complexos e cálculos descentralizados sem padronização e com repetição diária de filtragem de dados para gerar os KPI utilizados pela </a:t>
            </a:r>
            <a:r>
              <a:rPr lang="pt-BR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controlatoria</a:t>
            </a: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indent="0">
              <a:buNone/>
              <a:defRPr sz="1800">
                <a:solidFill>
                  <a:srgbClr val="595959"/>
                </a:solidFill>
              </a:defRPr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1800">
                <a:solidFill>
                  <a:srgbClr val="595959"/>
                </a:solidFill>
              </a:defRPr>
            </a:pP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Solução: Plataforma modular em Python/</a:t>
            </a:r>
            <a:r>
              <a:rPr lang="pt-BR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Streamlit</a:t>
            </a: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que visa unificar ferramentas da controladoria e operacional.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DA63EFB-5E89-EDC7-C835-CC83C0E928F3}"/>
              </a:ext>
            </a:extLst>
          </p:cNvPr>
          <p:cNvSpPr/>
          <p:nvPr/>
        </p:nvSpPr>
        <p:spPr>
          <a:xfrm>
            <a:off x="0" y="0"/>
            <a:ext cx="9144000" cy="883121"/>
          </a:xfrm>
          <a:prstGeom prst="rect">
            <a:avLst/>
          </a:prstGeom>
          <a:solidFill>
            <a:srgbClr val="00500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377C3C0-4100-4BC9-FA16-F0D5AA002B42}"/>
              </a:ext>
            </a:extLst>
          </p:cNvPr>
          <p:cNvSpPr txBox="1"/>
          <p:nvPr/>
        </p:nvSpPr>
        <p:spPr>
          <a:xfrm>
            <a:off x="-113471" y="56839"/>
            <a:ext cx="91047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bg1"/>
                </a:solidFill>
              </a:rPr>
              <a:t>O Desafio vs. A Solução</a:t>
            </a:r>
            <a:endParaRPr lang="pt-BR" sz="4400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55C002-4913-4A7E-EC67-8AFB2BABCA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06" y="-22793"/>
            <a:ext cx="1701923" cy="8138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0F42263-F666-6307-3A66-AF1A1F665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7556" cy="68580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8E92F33-AAFD-BD49-D1A6-429330771B80}"/>
              </a:ext>
            </a:extLst>
          </p:cNvPr>
          <p:cNvSpPr/>
          <p:nvPr/>
        </p:nvSpPr>
        <p:spPr>
          <a:xfrm>
            <a:off x="0" y="0"/>
            <a:ext cx="9144000" cy="883121"/>
          </a:xfrm>
          <a:prstGeom prst="rect">
            <a:avLst/>
          </a:prstGeom>
          <a:solidFill>
            <a:srgbClr val="00500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EAC5D22-1765-47A7-5BFB-60D52C6911AB}"/>
              </a:ext>
            </a:extLst>
          </p:cNvPr>
          <p:cNvSpPr txBox="1"/>
          <p:nvPr/>
        </p:nvSpPr>
        <p:spPr>
          <a:xfrm>
            <a:off x="32833" y="67631"/>
            <a:ext cx="9104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bg2"/>
                </a:solidFill>
              </a:rPr>
              <a:t>Operacional</a:t>
            </a:r>
            <a:endParaRPr lang="pt-BR" sz="3200" b="1" dirty="0">
              <a:solidFill>
                <a:schemeClr val="bg2"/>
              </a:solidFill>
            </a:endParaRPr>
          </a:p>
        </p:txBody>
      </p:sp>
      <p:pic>
        <p:nvPicPr>
          <p:cNvPr id="10" name="Gráfico 9" descr="Papel estrutura de tópicos">
            <a:extLst>
              <a:ext uri="{FF2B5EF4-FFF2-40B4-BE49-F238E27FC236}">
                <a16:creationId xmlns:a16="http://schemas.microsoft.com/office/drawing/2014/main" id="{F5134DC9-1263-DDE1-7FC5-8F63F23C9D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290" y="46534"/>
            <a:ext cx="865283" cy="735059"/>
          </a:xfrm>
          <a:prstGeom prst="rect">
            <a:avLst/>
          </a:prstGeom>
        </p:spPr>
      </p:pic>
      <p:grpSp>
        <p:nvGrpSpPr>
          <p:cNvPr id="30" name="Agrupar 29">
            <a:extLst>
              <a:ext uri="{FF2B5EF4-FFF2-40B4-BE49-F238E27FC236}">
                <a16:creationId xmlns:a16="http://schemas.microsoft.com/office/drawing/2014/main" id="{3D8DE27D-B35C-5465-89FF-5F79516AC60F}"/>
              </a:ext>
            </a:extLst>
          </p:cNvPr>
          <p:cNvGrpSpPr/>
          <p:nvPr/>
        </p:nvGrpSpPr>
        <p:grpSpPr>
          <a:xfrm>
            <a:off x="206543" y="2654997"/>
            <a:ext cx="8653564" cy="1548006"/>
            <a:chOff x="206543" y="2711346"/>
            <a:chExt cx="8653564" cy="1548006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82BE53B8-6ED3-8291-0026-FD39C90B5F63}"/>
                </a:ext>
              </a:extLst>
            </p:cNvPr>
            <p:cNvGrpSpPr/>
            <p:nvPr/>
          </p:nvGrpSpPr>
          <p:grpSpPr>
            <a:xfrm>
              <a:off x="206543" y="2716795"/>
              <a:ext cx="2426557" cy="1532574"/>
              <a:chOff x="72775" y="2679192"/>
              <a:chExt cx="1709928" cy="1499616"/>
            </a:xfrm>
          </p:grpSpPr>
          <p:sp>
            <p:nvSpPr>
              <p:cNvPr id="19" name="Retângulo: Cantos Arredondados 18">
                <a:extLst>
                  <a:ext uri="{FF2B5EF4-FFF2-40B4-BE49-F238E27FC236}">
                    <a16:creationId xmlns:a16="http://schemas.microsoft.com/office/drawing/2014/main" id="{2F5D35BE-08B1-799D-E96D-524E142FEED5}"/>
                  </a:ext>
                </a:extLst>
              </p:cNvPr>
              <p:cNvSpPr/>
              <p:nvPr/>
            </p:nvSpPr>
            <p:spPr>
              <a:xfrm>
                <a:off x="72775" y="2679192"/>
                <a:ext cx="1709928" cy="1499616"/>
              </a:xfrm>
              <a:prstGeom prst="roundRect">
                <a:avLst>
                  <a:gd name="adj" fmla="val 13279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100" b="1" dirty="0">
                    <a:solidFill>
                      <a:schemeClr val="bg2">
                        <a:lumMod val="10000"/>
                      </a:schemeClr>
                    </a:solidFill>
                  </a:rPr>
                  <a:t>Conversão instantânea de Excel para padrão CNAB 444.</a:t>
                </a:r>
              </a:p>
            </p:txBody>
          </p:sp>
          <p:sp>
            <p:nvSpPr>
              <p:cNvPr id="20" name="Retângulo: Cantos Superiores Arredondados 19">
                <a:extLst>
                  <a:ext uri="{FF2B5EF4-FFF2-40B4-BE49-F238E27FC236}">
                    <a16:creationId xmlns:a16="http://schemas.microsoft.com/office/drawing/2014/main" id="{26DC0C3D-47BF-4AB8-C52B-215ABE4540A3}"/>
                  </a:ext>
                </a:extLst>
              </p:cNvPr>
              <p:cNvSpPr/>
              <p:nvPr/>
            </p:nvSpPr>
            <p:spPr>
              <a:xfrm>
                <a:off x="78591" y="2679192"/>
                <a:ext cx="1704112" cy="537501"/>
              </a:xfrm>
              <a:prstGeom prst="round2SameRect">
                <a:avLst>
                  <a:gd name="adj1" fmla="val 36579"/>
                  <a:gd name="adj2" fmla="val 0"/>
                </a:avLst>
              </a:prstGeom>
              <a:solidFill>
                <a:srgbClr val="2567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600" b="1" dirty="0">
                    <a:solidFill>
                      <a:schemeClr val="bg1"/>
                    </a:solidFill>
                  </a:rPr>
                  <a:t>Gerador de Remessa</a:t>
                </a:r>
              </a:p>
            </p:txBody>
          </p:sp>
        </p:grp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00E2185B-7B1C-245A-909B-7895239C4A33}"/>
                </a:ext>
              </a:extLst>
            </p:cNvPr>
            <p:cNvGrpSpPr/>
            <p:nvPr/>
          </p:nvGrpSpPr>
          <p:grpSpPr>
            <a:xfrm>
              <a:off x="3320047" y="2726778"/>
              <a:ext cx="2426557" cy="1532574"/>
              <a:chOff x="72775" y="2679192"/>
              <a:chExt cx="1709928" cy="1499616"/>
            </a:xfrm>
          </p:grpSpPr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7F6655C4-E5F8-E716-D5D2-0071CA466767}"/>
                  </a:ext>
                </a:extLst>
              </p:cNvPr>
              <p:cNvSpPr/>
              <p:nvPr/>
            </p:nvSpPr>
            <p:spPr>
              <a:xfrm>
                <a:off x="72775" y="2679192"/>
                <a:ext cx="1709928" cy="1499616"/>
              </a:xfrm>
              <a:prstGeom prst="roundRect">
                <a:avLst>
                  <a:gd name="adj" fmla="val 13279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100" b="1" dirty="0">
                    <a:solidFill>
                      <a:schemeClr val="bg2">
                        <a:lumMod val="10000"/>
                      </a:schemeClr>
                    </a:solidFill>
                  </a:rPr>
                  <a:t>Leitura de posições de arquivo .REM para cálculos e métricas de percentual de taxas aplicadas, valor de aquisição e nominal</a:t>
                </a:r>
              </a:p>
            </p:txBody>
          </p:sp>
          <p:sp>
            <p:nvSpPr>
              <p:cNvPr id="23" name="Retângulo: Cantos Superiores Arredondados 22">
                <a:extLst>
                  <a:ext uri="{FF2B5EF4-FFF2-40B4-BE49-F238E27FC236}">
                    <a16:creationId xmlns:a16="http://schemas.microsoft.com/office/drawing/2014/main" id="{E6143FBB-AEC8-3249-6AF9-2D197C7ACFB4}"/>
                  </a:ext>
                </a:extLst>
              </p:cNvPr>
              <p:cNvSpPr/>
              <p:nvPr/>
            </p:nvSpPr>
            <p:spPr>
              <a:xfrm>
                <a:off x="78591" y="2679192"/>
                <a:ext cx="1704112" cy="537501"/>
              </a:xfrm>
              <a:prstGeom prst="round2SameRect">
                <a:avLst>
                  <a:gd name="adj1" fmla="val 36579"/>
                  <a:gd name="adj2" fmla="val 0"/>
                </a:avLst>
              </a:prstGeom>
              <a:solidFill>
                <a:srgbClr val="2567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600" b="1" dirty="0">
                    <a:solidFill>
                      <a:schemeClr val="bg1"/>
                    </a:solidFill>
                  </a:rPr>
                  <a:t>Validador de </a:t>
                </a:r>
                <a:r>
                  <a:rPr lang="pt-BR" sz="1600" b="1" dirty="0" err="1">
                    <a:solidFill>
                      <a:schemeClr val="bg1"/>
                    </a:solidFill>
                  </a:rPr>
                  <a:t>Cnab</a:t>
                </a:r>
                <a:endParaRPr lang="pt-BR" sz="16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1579E8D8-928B-C948-B9FB-BCA5F44D5BED}"/>
                </a:ext>
              </a:extLst>
            </p:cNvPr>
            <p:cNvGrpSpPr/>
            <p:nvPr/>
          </p:nvGrpSpPr>
          <p:grpSpPr>
            <a:xfrm>
              <a:off x="6433550" y="2711346"/>
              <a:ext cx="2426557" cy="1532574"/>
              <a:chOff x="72775" y="2679192"/>
              <a:chExt cx="1709928" cy="1499616"/>
            </a:xfrm>
          </p:grpSpPr>
          <p:sp>
            <p:nvSpPr>
              <p:cNvPr id="25" name="Retângulo: Cantos Arredondados 24">
                <a:extLst>
                  <a:ext uri="{FF2B5EF4-FFF2-40B4-BE49-F238E27FC236}">
                    <a16:creationId xmlns:a16="http://schemas.microsoft.com/office/drawing/2014/main" id="{48A6B9E6-3744-5FD4-19F0-C493F4A05DCF}"/>
                  </a:ext>
                </a:extLst>
              </p:cNvPr>
              <p:cNvSpPr/>
              <p:nvPr/>
            </p:nvSpPr>
            <p:spPr>
              <a:xfrm>
                <a:off x="72775" y="2679192"/>
                <a:ext cx="1709928" cy="1499616"/>
              </a:xfrm>
              <a:prstGeom prst="roundRect">
                <a:avLst>
                  <a:gd name="adj" fmla="val 13279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100" b="1" dirty="0">
                    <a:solidFill>
                      <a:schemeClr val="bg2">
                        <a:lumMod val="10000"/>
                      </a:schemeClr>
                    </a:solidFill>
                  </a:rPr>
                  <a:t>Eliminação de erros de preenchimento manual em layouts bancários, além de autonomia para o setor operacional</a:t>
                </a:r>
              </a:p>
            </p:txBody>
          </p:sp>
          <p:sp>
            <p:nvSpPr>
              <p:cNvPr id="26" name="Retângulo: Cantos Superiores Arredondados 25">
                <a:extLst>
                  <a:ext uri="{FF2B5EF4-FFF2-40B4-BE49-F238E27FC236}">
                    <a16:creationId xmlns:a16="http://schemas.microsoft.com/office/drawing/2014/main" id="{E4238EE9-DCF2-4989-1A01-0366F2F49E29}"/>
                  </a:ext>
                </a:extLst>
              </p:cNvPr>
              <p:cNvSpPr/>
              <p:nvPr/>
            </p:nvSpPr>
            <p:spPr>
              <a:xfrm>
                <a:off x="78591" y="2679192"/>
                <a:ext cx="1704112" cy="537501"/>
              </a:xfrm>
              <a:prstGeom prst="round2SameRect">
                <a:avLst>
                  <a:gd name="adj1" fmla="val 36579"/>
                  <a:gd name="adj2" fmla="val 0"/>
                </a:avLst>
              </a:prstGeom>
              <a:solidFill>
                <a:srgbClr val="2567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600" b="1" dirty="0">
                    <a:solidFill>
                      <a:schemeClr val="bg1"/>
                    </a:solidFill>
                  </a:rPr>
                  <a:t>Confiabilidade</a:t>
                </a:r>
              </a:p>
            </p:txBody>
          </p:sp>
        </p:grpSp>
      </p:grp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839905C-4D5A-C044-B5AE-164E5E49AE6D}"/>
              </a:ext>
            </a:extLst>
          </p:cNvPr>
          <p:cNvSpPr txBox="1"/>
          <p:nvPr/>
        </p:nvSpPr>
        <p:spPr>
          <a:xfrm>
            <a:off x="4190694" y="904218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CNAB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70B8AE3-CCB8-30CD-C570-B5EDD15FF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7556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DC8773E-C766-CAB6-4C29-259A718DE7C5}"/>
              </a:ext>
            </a:extLst>
          </p:cNvPr>
          <p:cNvSpPr/>
          <p:nvPr/>
        </p:nvSpPr>
        <p:spPr>
          <a:xfrm>
            <a:off x="0" y="0"/>
            <a:ext cx="9144000" cy="883121"/>
          </a:xfrm>
          <a:prstGeom prst="rect">
            <a:avLst/>
          </a:prstGeom>
          <a:solidFill>
            <a:srgbClr val="00500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4" y="13942"/>
            <a:ext cx="9131112" cy="854421"/>
          </a:xfrm>
        </p:spPr>
        <p:txBody>
          <a:bodyPr>
            <a:normAutofit/>
          </a:bodyPr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rPr lang="pt-BR" sz="3600" dirty="0">
                <a:solidFill>
                  <a:schemeClr val="bg1"/>
                </a:solidFill>
              </a:rPr>
              <a:t>Gestão Carteira</a:t>
            </a:r>
            <a:endParaRPr sz="3600" dirty="0">
              <a:solidFill>
                <a:schemeClr val="bg1"/>
              </a:solidFill>
            </a:endParaRPr>
          </a:p>
        </p:txBody>
      </p:sp>
      <p:pic>
        <p:nvPicPr>
          <p:cNvPr id="7" name="Gráfico 6" descr="Gráfico de barras com preenchimento sólido">
            <a:extLst>
              <a:ext uri="{FF2B5EF4-FFF2-40B4-BE49-F238E27FC236}">
                <a16:creationId xmlns:a16="http://schemas.microsoft.com/office/drawing/2014/main" id="{B80CE00D-34D4-018A-4B91-4A064E7946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435" y="13942"/>
            <a:ext cx="971517" cy="91805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83CAC85-BA3E-2EEF-3214-748F74BD6AEE}"/>
              </a:ext>
            </a:extLst>
          </p:cNvPr>
          <p:cNvSpPr txBox="1"/>
          <p:nvPr/>
        </p:nvSpPr>
        <p:spPr>
          <a:xfrm>
            <a:off x="3055351" y="888509"/>
            <a:ext cx="3026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Inteligência de Risco (PDD)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04411DF7-5D91-E235-5F94-15C58EE4EB52}"/>
              </a:ext>
            </a:extLst>
          </p:cNvPr>
          <p:cNvGrpSpPr/>
          <p:nvPr/>
        </p:nvGrpSpPr>
        <p:grpSpPr>
          <a:xfrm>
            <a:off x="1378524" y="1579149"/>
            <a:ext cx="6386952" cy="3699702"/>
            <a:chOff x="1338299" y="1866833"/>
            <a:chExt cx="6386952" cy="3699702"/>
          </a:xfrm>
        </p:grpSpPr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ACF951C8-BCFC-FFC3-D935-24586D6C34F0}"/>
                </a:ext>
              </a:extLst>
            </p:cNvPr>
            <p:cNvGrpSpPr/>
            <p:nvPr/>
          </p:nvGrpSpPr>
          <p:grpSpPr>
            <a:xfrm>
              <a:off x="1338299" y="1866833"/>
              <a:ext cx="2426557" cy="3699702"/>
              <a:chOff x="999971" y="1866833"/>
              <a:chExt cx="2426557" cy="3699702"/>
            </a:xfrm>
          </p:grpSpPr>
          <p:grpSp>
            <p:nvGrpSpPr>
              <p:cNvPr id="9" name="Agrupar 8">
                <a:extLst>
                  <a:ext uri="{FF2B5EF4-FFF2-40B4-BE49-F238E27FC236}">
                    <a16:creationId xmlns:a16="http://schemas.microsoft.com/office/drawing/2014/main" id="{E611077A-E910-BF88-35A7-5A6537D7B574}"/>
                  </a:ext>
                </a:extLst>
              </p:cNvPr>
              <p:cNvGrpSpPr/>
              <p:nvPr/>
            </p:nvGrpSpPr>
            <p:grpSpPr>
              <a:xfrm>
                <a:off x="999971" y="1866833"/>
                <a:ext cx="2426557" cy="1532574"/>
                <a:chOff x="72775" y="2679192"/>
                <a:chExt cx="1709928" cy="1499616"/>
              </a:xfrm>
            </p:grpSpPr>
            <p:sp>
              <p:nvSpPr>
                <p:cNvPr id="10" name="Retângulo: Cantos Arredondados 9">
                  <a:extLst>
                    <a:ext uri="{FF2B5EF4-FFF2-40B4-BE49-F238E27FC236}">
                      <a16:creationId xmlns:a16="http://schemas.microsoft.com/office/drawing/2014/main" id="{D5DA3F1C-E28B-81AC-3A57-925BBAA20823}"/>
                    </a:ext>
                  </a:extLst>
                </p:cNvPr>
                <p:cNvSpPr/>
                <p:nvPr/>
              </p:nvSpPr>
              <p:spPr>
                <a:xfrm>
                  <a:off x="72775" y="2679192"/>
                  <a:ext cx="1709928" cy="1499616"/>
                </a:xfrm>
                <a:prstGeom prst="roundRect">
                  <a:avLst>
                    <a:gd name="adj" fmla="val 13279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1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pt-BR" sz="1100" dirty="0">
                    <a:solidFill>
                      <a:schemeClr val="tx1"/>
                    </a:solidFill>
                  </a:endParaRPr>
                </a:p>
                <a:p>
                  <a:pPr algn="ctr">
                    <a:defRPr sz="1800">
                      <a:solidFill>
                        <a:srgbClr val="595959"/>
                      </a:solidFill>
                    </a:defRPr>
                  </a:pPr>
                  <a:r>
                    <a:rPr lang="pt-BR" sz="11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Leitura de estoque para gerar cálculos de PDD baseado em faixas de atraso.</a:t>
                  </a:r>
                  <a:endParaRPr lang="pt-BR" sz="1100" b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  <p:sp>
              <p:nvSpPr>
                <p:cNvPr id="11" name="Retângulo: Cantos Superiores Arredondados 10">
                  <a:extLst>
                    <a:ext uri="{FF2B5EF4-FFF2-40B4-BE49-F238E27FC236}">
                      <a16:creationId xmlns:a16="http://schemas.microsoft.com/office/drawing/2014/main" id="{C13ABE19-C602-B1F8-6B69-AE23E34D3F01}"/>
                    </a:ext>
                  </a:extLst>
                </p:cNvPr>
                <p:cNvSpPr/>
                <p:nvPr/>
              </p:nvSpPr>
              <p:spPr>
                <a:xfrm>
                  <a:off x="78591" y="2679192"/>
                  <a:ext cx="1704112" cy="537501"/>
                </a:xfrm>
                <a:prstGeom prst="round2SameRect">
                  <a:avLst>
                    <a:gd name="adj1" fmla="val 36579"/>
                    <a:gd name="adj2" fmla="val 0"/>
                  </a:avLst>
                </a:prstGeom>
                <a:solidFill>
                  <a:srgbClr val="25671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800">
                      <a:solidFill>
                        <a:srgbClr val="595959"/>
                      </a:solidFill>
                    </a:defRPr>
                  </a:pPr>
                  <a:r>
                    <a:rPr lang="pt-BR" sz="1600" b="1" dirty="0">
                      <a:solidFill>
                        <a:schemeClr val="bg1"/>
                      </a:solidFill>
                    </a:rPr>
                    <a:t>Automação de Cálculos</a:t>
                  </a:r>
                </a:p>
              </p:txBody>
            </p:sp>
          </p:grpSp>
          <p:grpSp>
            <p:nvGrpSpPr>
              <p:cNvPr id="15" name="Agrupar 14">
                <a:extLst>
                  <a:ext uri="{FF2B5EF4-FFF2-40B4-BE49-F238E27FC236}">
                    <a16:creationId xmlns:a16="http://schemas.microsoft.com/office/drawing/2014/main" id="{881E0212-D2A5-8EF9-66A1-6A72D96206DC}"/>
                  </a:ext>
                </a:extLst>
              </p:cNvPr>
              <p:cNvGrpSpPr/>
              <p:nvPr/>
            </p:nvGrpSpPr>
            <p:grpSpPr>
              <a:xfrm>
                <a:off x="999971" y="4033961"/>
                <a:ext cx="2426557" cy="1532574"/>
                <a:chOff x="72775" y="2679192"/>
                <a:chExt cx="1709928" cy="1499616"/>
              </a:xfrm>
            </p:grpSpPr>
            <p:sp>
              <p:nvSpPr>
                <p:cNvPr id="16" name="Retângulo: Cantos Arredondados 15">
                  <a:extLst>
                    <a:ext uri="{FF2B5EF4-FFF2-40B4-BE49-F238E27FC236}">
                      <a16:creationId xmlns:a16="http://schemas.microsoft.com/office/drawing/2014/main" id="{89D5091B-4352-988F-F7E9-A694598A61D6}"/>
                    </a:ext>
                  </a:extLst>
                </p:cNvPr>
                <p:cNvSpPr/>
                <p:nvPr/>
              </p:nvSpPr>
              <p:spPr>
                <a:xfrm>
                  <a:off x="72775" y="2679192"/>
                  <a:ext cx="1709928" cy="1499616"/>
                </a:xfrm>
                <a:prstGeom prst="roundRect">
                  <a:avLst>
                    <a:gd name="adj" fmla="val 13279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1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pt-BR" sz="1100" dirty="0">
                    <a:solidFill>
                      <a:schemeClr val="tx1"/>
                    </a:solidFill>
                  </a:endParaRPr>
                </a:p>
                <a:p>
                  <a:pPr algn="ctr">
                    <a:defRPr sz="1800">
                      <a:solidFill>
                        <a:srgbClr val="595959"/>
                      </a:solidFill>
                    </a:defRPr>
                  </a:pPr>
                  <a:r>
                    <a:rPr lang="pt-BR" sz="11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Identificação imediata de gargalos de inadimplência.</a:t>
                  </a:r>
                  <a:endParaRPr lang="pt-BR" sz="1100" b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  <p:sp>
              <p:nvSpPr>
                <p:cNvPr id="17" name="Retângulo: Cantos Superiores Arredondados 16">
                  <a:extLst>
                    <a:ext uri="{FF2B5EF4-FFF2-40B4-BE49-F238E27FC236}">
                      <a16:creationId xmlns:a16="http://schemas.microsoft.com/office/drawing/2014/main" id="{37253912-3D00-141D-D1DF-C099BC98E72D}"/>
                    </a:ext>
                  </a:extLst>
                </p:cNvPr>
                <p:cNvSpPr/>
                <p:nvPr/>
              </p:nvSpPr>
              <p:spPr>
                <a:xfrm>
                  <a:off x="78591" y="2679192"/>
                  <a:ext cx="1704112" cy="537501"/>
                </a:xfrm>
                <a:prstGeom prst="round2SameRect">
                  <a:avLst>
                    <a:gd name="adj1" fmla="val 36579"/>
                    <a:gd name="adj2" fmla="val 0"/>
                  </a:avLst>
                </a:prstGeom>
                <a:solidFill>
                  <a:srgbClr val="25671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800">
                      <a:solidFill>
                        <a:srgbClr val="595959"/>
                      </a:solidFill>
                    </a:defRPr>
                  </a:pPr>
                  <a:r>
                    <a:rPr lang="pt-BR" sz="1600" b="1" dirty="0">
                      <a:solidFill>
                        <a:schemeClr val="bg1"/>
                      </a:solidFill>
                    </a:rPr>
                    <a:t>Visibilidade</a:t>
                  </a:r>
                </a:p>
              </p:txBody>
            </p:sp>
          </p:grpSp>
        </p:grp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0B8598C4-9B46-597A-5EEE-569508678534}"/>
                </a:ext>
              </a:extLst>
            </p:cNvPr>
            <p:cNvGrpSpPr/>
            <p:nvPr/>
          </p:nvGrpSpPr>
          <p:grpSpPr>
            <a:xfrm>
              <a:off x="5298694" y="1866833"/>
              <a:ext cx="2426557" cy="3699702"/>
              <a:chOff x="5728462" y="1866833"/>
              <a:chExt cx="2426557" cy="3699702"/>
            </a:xfrm>
          </p:grpSpPr>
          <p:grpSp>
            <p:nvGrpSpPr>
              <p:cNvPr id="12" name="Agrupar 11">
                <a:extLst>
                  <a:ext uri="{FF2B5EF4-FFF2-40B4-BE49-F238E27FC236}">
                    <a16:creationId xmlns:a16="http://schemas.microsoft.com/office/drawing/2014/main" id="{74FDFEE8-A4F9-F200-E58C-485905B719CC}"/>
                  </a:ext>
                </a:extLst>
              </p:cNvPr>
              <p:cNvGrpSpPr/>
              <p:nvPr/>
            </p:nvGrpSpPr>
            <p:grpSpPr>
              <a:xfrm>
                <a:off x="5728462" y="1866833"/>
                <a:ext cx="2426557" cy="1532574"/>
                <a:chOff x="72775" y="2679192"/>
                <a:chExt cx="1709928" cy="1499616"/>
              </a:xfrm>
            </p:grpSpPr>
            <p:sp>
              <p:nvSpPr>
                <p:cNvPr id="13" name="Retângulo: Cantos Arredondados 12">
                  <a:extLst>
                    <a:ext uri="{FF2B5EF4-FFF2-40B4-BE49-F238E27FC236}">
                      <a16:creationId xmlns:a16="http://schemas.microsoft.com/office/drawing/2014/main" id="{FFE2ECD4-6329-59B3-9ABA-FF4E49802523}"/>
                    </a:ext>
                  </a:extLst>
                </p:cNvPr>
                <p:cNvSpPr/>
                <p:nvPr/>
              </p:nvSpPr>
              <p:spPr>
                <a:xfrm>
                  <a:off x="72775" y="2679192"/>
                  <a:ext cx="1709928" cy="1499616"/>
                </a:xfrm>
                <a:prstGeom prst="roundRect">
                  <a:avLst>
                    <a:gd name="adj" fmla="val 13279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1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pt-BR" sz="1100" dirty="0">
                    <a:solidFill>
                      <a:schemeClr val="tx1"/>
                    </a:solidFill>
                  </a:endParaRPr>
                </a:p>
                <a:p>
                  <a:pPr algn="ctr">
                    <a:defRPr sz="1800">
                      <a:solidFill>
                        <a:srgbClr val="595959"/>
                      </a:solidFill>
                    </a:defRPr>
                  </a:pPr>
                  <a:r>
                    <a:rPr lang="pt-BR" sz="11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Possibilidade de calcular efeito vagão ou não automaticamente</a:t>
                  </a:r>
                  <a:endParaRPr lang="pt-BR" sz="1100" b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  <p:sp>
              <p:nvSpPr>
                <p:cNvPr id="14" name="Retângulo: Cantos Superiores Arredondados 13">
                  <a:extLst>
                    <a:ext uri="{FF2B5EF4-FFF2-40B4-BE49-F238E27FC236}">
                      <a16:creationId xmlns:a16="http://schemas.microsoft.com/office/drawing/2014/main" id="{C8150844-A3BE-1197-8344-93AA9AB00383}"/>
                    </a:ext>
                  </a:extLst>
                </p:cNvPr>
                <p:cNvSpPr/>
                <p:nvPr/>
              </p:nvSpPr>
              <p:spPr>
                <a:xfrm>
                  <a:off x="78591" y="2679192"/>
                  <a:ext cx="1704112" cy="537501"/>
                </a:xfrm>
                <a:prstGeom prst="round2SameRect">
                  <a:avLst>
                    <a:gd name="adj1" fmla="val 36579"/>
                    <a:gd name="adj2" fmla="val 0"/>
                  </a:avLst>
                </a:prstGeom>
                <a:solidFill>
                  <a:srgbClr val="25671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800">
                      <a:solidFill>
                        <a:srgbClr val="595959"/>
                      </a:solidFill>
                    </a:defRPr>
                  </a:pPr>
                  <a:r>
                    <a:rPr lang="pt-BR" sz="1600" b="1" dirty="0">
                      <a:solidFill>
                        <a:schemeClr val="bg1"/>
                      </a:solidFill>
                    </a:rPr>
                    <a:t>Customização</a:t>
                  </a:r>
                </a:p>
              </p:txBody>
            </p:sp>
          </p:grpSp>
          <p:grpSp>
            <p:nvGrpSpPr>
              <p:cNvPr id="20" name="Agrupar 19">
                <a:extLst>
                  <a:ext uri="{FF2B5EF4-FFF2-40B4-BE49-F238E27FC236}">
                    <a16:creationId xmlns:a16="http://schemas.microsoft.com/office/drawing/2014/main" id="{6CCBB4DC-ECE7-4CC8-1527-6ABAD18A724B}"/>
                  </a:ext>
                </a:extLst>
              </p:cNvPr>
              <p:cNvGrpSpPr/>
              <p:nvPr/>
            </p:nvGrpSpPr>
            <p:grpSpPr>
              <a:xfrm>
                <a:off x="5728462" y="4033961"/>
                <a:ext cx="2426557" cy="1532574"/>
                <a:chOff x="72775" y="2679192"/>
                <a:chExt cx="1709928" cy="1499616"/>
              </a:xfrm>
            </p:grpSpPr>
            <p:sp>
              <p:nvSpPr>
                <p:cNvPr id="21" name="Retângulo: Cantos Arredondados 20">
                  <a:extLst>
                    <a:ext uri="{FF2B5EF4-FFF2-40B4-BE49-F238E27FC236}">
                      <a16:creationId xmlns:a16="http://schemas.microsoft.com/office/drawing/2014/main" id="{EB8445C5-40C7-3E51-753C-6E7FBD1A5DF1}"/>
                    </a:ext>
                  </a:extLst>
                </p:cNvPr>
                <p:cNvSpPr/>
                <p:nvPr/>
              </p:nvSpPr>
              <p:spPr>
                <a:xfrm>
                  <a:off x="72775" y="2679192"/>
                  <a:ext cx="1709928" cy="1499616"/>
                </a:xfrm>
                <a:prstGeom prst="roundRect">
                  <a:avLst>
                    <a:gd name="adj" fmla="val 13279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100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pt-BR" sz="1100" dirty="0">
                    <a:solidFill>
                      <a:schemeClr val="tx1"/>
                    </a:solidFill>
                  </a:endParaRPr>
                </a:p>
                <a:p>
                  <a:pPr algn="ctr">
                    <a:defRPr sz="1800">
                      <a:solidFill>
                        <a:srgbClr val="595959"/>
                      </a:solidFill>
                    </a:defRPr>
                  </a:pPr>
                  <a:r>
                    <a:rPr lang="pt-BR" sz="11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Possibilidade de analisar diferentes faixas de atraso para comparar administradoras especificas</a:t>
                  </a:r>
                  <a:endParaRPr lang="pt-BR" sz="1100" b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  <p:sp>
              <p:nvSpPr>
                <p:cNvPr id="22" name="Retângulo: Cantos Superiores Arredondados 21">
                  <a:extLst>
                    <a:ext uri="{FF2B5EF4-FFF2-40B4-BE49-F238E27FC236}">
                      <a16:creationId xmlns:a16="http://schemas.microsoft.com/office/drawing/2014/main" id="{EF009F3E-C7AE-3DA7-2896-C54202E1DF82}"/>
                    </a:ext>
                  </a:extLst>
                </p:cNvPr>
                <p:cNvSpPr/>
                <p:nvPr/>
              </p:nvSpPr>
              <p:spPr>
                <a:xfrm>
                  <a:off x="78591" y="2679192"/>
                  <a:ext cx="1704112" cy="537501"/>
                </a:xfrm>
                <a:prstGeom prst="round2SameRect">
                  <a:avLst>
                    <a:gd name="adj1" fmla="val 36579"/>
                    <a:gd name="adj2" fmla="val 0"/>
                  </a:avLst>
                </a:prstGeom>
                <a:solidFill>
                  <a:srgbClr val="25671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 sz="1800">
                      <a:solidFill>
                        <a:srgbClr val="595959"/>
                      </a:solidFill>
                    </a:defRPr>
                  </a:pPr>
                  <a:r>
                    <a:rPr lang="pt-BR" sz="1600" b="1" dirty="0">
                      <a:solidFill>
                        <a:schemeClr val="bg1"/>
                      </a:solidFill>
                    </a:rPr>
                    <a:t>Flexibilidade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E300EC1-37B2-1EF0-EC70-579157276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7556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CBB819D-7262-D67D-2229-38B42F5DDF92}"/>
              </a:ext>
            </a:extLst>
          </p:cNvPr>
          <p:cNvSpPr/>
          <p:nvPr/>
        </p:nvSpPr>
        <p:spPr>
          <a:xfrm>
            <a:off x="0" y="0"/>
            <a:ext cx="9144000" cy="883121"/>
          </a:xfrm>
          <a:prstGeom prst="rect">
            <a:avLst/>
          </a:prstGeom>
          <a:solidFill>
            <a:srgbClr val="00500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606" y="0"/>
            <a:ext cx="9242902" cy="813816"/>
          </a:xfrm>
        </p:spPr>
        <p:txBody>
          <a:bodyPr>
            <a:noAutofit/>
          </a:bodyPr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rPr lang="pt-BR" sz="2800" dirty="0">
                <a:solidFill>
                  <a:schemeClr val="bg1"/>
                </a:solidFill>
              </a:rPr>
              <a:t>Gestão Carteira</a:t>
            </a: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7" name="Gráfico 6" descr="Gráfico de barras com preenchimento sólido">
            <a:extLst>
              <a:ext uri="{FF2B5EF4-FFF2-40B4-BE49-F238E27FC236}">
                <a16:creationId xmlns:a16="http://schemas.microsoft.com/office/drawing/2014/main" id="{963279D6-3E35-AF81-11D5-39585EA129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435" y="13942"/>
            <a:ext cx="971517" cy="918052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2DFDE7B7-0538-5384-7898-6B4602EA6B2E}"/>
              </a:ext>
            </a:extLst>
          </p:cNvPr>
          <p:cNvGrpSpPr/>
          <p:nvPr/>
        </p:nvGrpSpPr>
        <p:grpSpPr>
          <a:xfrm>
            <a:off x="238612" y="2750399"/>
            <a:ext cx="8653564" cy="1548006"/>
            <a:chOff x="206543" y="2711346"/>
            <a:chExt cx="8653564" cy="1548006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7D43047-8FAF-A964-8603-CA831D995398}"/>
                </a:ext>
              </a:extLst>
            </p:cNvPr>
            <p:cNvGrpSpPr/>
            <p:nvPr/>
          </p:nvGrpSpPr>
          <p:grpSpPr>
            <a:xfrm>
              <a:off x="206543" y="2716795"/>
              <a:ext cx="2426557" cy="1532574"/>
              <a:chOff x="72775" y="2679192"/>
              <a:chExt cx="1709928" cy="1499616"/>
            </a:xfrm>
          </p:grpSpPr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2E27B677-A5D5-A7FF-341E-666B13661656}"/>
                  </a:ext>
                </a:extLst>
              </p:cNvPr>
              <p:cNvSpPr/>
              <p:nvPr/>
            </p:nvSpPr>
            <p:spPr>
              <a:xfrm>
                <a:off x="72775" y="2679192"/>
                <a:ext cx="1709928" cy="1499616"/>
              </a:xfrm>
              <a:prstGeom prst="roundRect">
                <a:avLst>
                  <a:gd name="adj" fmla="val 13279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>
                  <a:defRPr sz="1800">
                    <a:solidFill>
                      <a:srgbClr val="595959"/>
                    </a:solidFill>
                  </a:defRPr>
                </a:pPr>
                <a:r>
                  <a:rPr lang="pt-BR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Visão estratégica da carteira.</a:t>
                </a:r>
              </a:p>
              <a:p>
                <a:pPr>
                  <a:defRPr sz="1800">
                    <a:solidFill>
                      <a:srgbClr val="595959"/>
                    </a:solidFill>
                  </a:defRPr>
                </a:pPr>
                <a:r>
                  <a:rPr lang="pt-BR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Métricas gerenciais calculadas de forma automática</a:t>
                </a:r>
              </a:p>
            </p:txBody>
          </p:sp>
          <p:sp>
            <p:nvSpPr>
              <p:cNvPr id="18" name="Retângulo: Cantos Superiores Arredondados 17">
                <a:extLst>
                  <a:ext uri="{FF2B5EF4-FFF2-40B4-BE49-F238E27FC236}">
                    <a16:creationId xmlns:a16="http://schemas.microsoft.com/office/drawing/2014/main" id="{D55F5850-5CA7-5638-02F7-50CED000A4B7}"/>
                  </a:ext>
                </a:extLst>
              </p:cNvPr>
              <p:cNvSpPr/>
              <p:nvPr/>
            </p:nvSpPr>
            <p:spPr>
              <a:xfrm>
                <a:off x="78591" y="2679192"/>
                <a:ext cx="1704112" cy="537501"/>
              </a:xfrm>
              <a:prstGeom prst="round2SameRect">
                <a:avLst>
                  <a:gd name="adj1" fmla="val 36579"/>
                  <a:gd name="adj2" fmla="val 0"/>
                </a:avLst>
              </a:prstGeom>
              <a:solidFill>
                <a:srgbClr val="2567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600" b="1" dirty="0">
                    <a:solidFill>
                      <a:schemeClr val="bg1"/>
                    </a:solidFill>
                  </a:rPr>
                  <a:t>Dashboard Estoque</a:t>
                </a:r>
              </a:p>
            </p:txBody>
          </p:sp>
        </p:grp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5C599C05-617C-5230-4255-83D752396DB1}"/>
                </a:ext>
              </a:extLst>
            </p:cNvPr>
            <p:cNvGrpSpPr/>
            <p:nvPr/>
          </p:nvGrpSpPr>
          <p:grpSpPr>
            <a:xfrm>
              <a:off x="3320047" y="2726778"/>
              <a:ext cx="2426557" cy="1532574"/>
              <a:chOff x="72775" y="2679192"/>
              <a:chExt cx="1709928" cy="1499616"/>
            </a:xfrm>
          </p:grpSpPr>
          <p:sp>
            <p:nvSpPr>
              <p:cNvPr id="15" name="Retângulo: Cantos Arredondados 14">
                <a:extLst>
                  <a:ext uri="{FF2B5EF4-FFF2-40B4-BE49-F238E27FC236}">
                    <a16:creationId xmlns:a16="http://schemas.microsoft.com/office/drawing/2014/main" id="{5E836D4B-8632-5A32-0F83-FE4F257F32F9}"/>
                  </a:ext>
                </a:extLst>
              </p:cNvPr>
              <p:cNvSpPr/>
              <p:nvPr/>
            </p:nvSpPr>
            <p:spPr>
              <a:xfrm>
                <a:off x="72775" y="2679192"/>
                <a:ext cx="1709928" cy="1499616"/>
              </a:xfrm>
              <a:prstGeom prst="roundRect">
                <a:avLst>
                  <a:gd name="adj" fmla="val 13279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>
                  <a:defRPr sz="1800">
                    <a:solidFill>
                      <a:srgbClr val="595959"/>
                    </a:solidFill>
                  </a:defRPr>
                </a:pPr>
                <a:r>
                  <a:rPr lang="pt-BR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Acompanhamento das liquidações no período.</a:t>
                </a:r>
              </a:p>
            </p:txBody>
          </p:sp>
          <p:sp>
            <p:nvSpPr>
              <p:cNvPr id="16" name="Retângulo: Cantos Superiores Arredondados 15">
                <a:extLst>
                  <a:ext uri="{FF2B5EF4-FFF2-40B4-BE49-F238E27FC236}">
                    <a16:creationId xmlns:a16="http://schemas.microsoft.com/office/drawing/2014/main" id="{A6546314-2BCC-1E6D-5441-EDDE7BD74E16}"/>
                  </a:ext>
                </a:extLst>
              </p:cNvPr>
              <p:cNvSpPr/>
              <p:nvPr/>
            </p:nvSpPr>
            <p:spPr>
              <a:xfrm>
                <a:off x="78591" y="2679192"/>
                <a:ext cx="1704112" cy="537501"/>
              </a:xfrm>
              <a:prstGeom prst="round2SameRect">
                <a:avLst>
                  <a:gd name="adj1" fmla="val 36579"/>
                  <a:gd name="adj2" fmla="val 0"/>
                </a:avLst>
              </a:prstGeom>
              <a:solidFill>
                <a:srgbClr val="2567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600" b="1" dirty="0">
                    <a:solidFill>
                      <a:schemeClr val="bg1"/>
                    </a:solidFill>
                  </a:rPr>
                  <a:t>Dashboard Liquidações</a:t>
                </a:r>
              </a:p>
            </p:txBody>
          </p:sp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FF921601-4E86-3BAC-4A0B-4BFC035AB891}"/>
                </a:ext>
              </a:extLst>
            </p:cNvPr>
            <p:cNvGrpSpPr/>
            <p:nvPr/>
          </p:nvGrpSpPr>
          <p:grpSpPr>
            <a:xfrm>
              <a:off x="6433550" y="2711346"/>
              <a:ext cx="2426557" cy="1532574"/>
              <a:chOff x="72775" y="2679192"/>
              <a:chExt cx="1709928" cy="1499616"/>
            </a:xfrm>
          </p:grpSpPr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06F19F67-A028-679C-5E3B-1B1C05CA1AF4}"/>
                  </a:ext>
                </a:extLst>
              </p:cNvPr>
              <p:cNvSpPr/>
              <p:nvPr/>
            </p:nvSpPr>
            <p:spPr>
              <a:xfrm>
                <a:off x="72775" y="2679192"/>
                <a:ext cx="1709928" cy="1499616"/>
              </a:xfrm>
              <a:prstGeom prst="roundRect">
                <a:avLst>
                  <a:gd name="adj" fmla="val 13279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Acompanhamento das aquisições no período.</a:t>
                </a:r>
                <a:endParaRPr lang="pt-BR" sz="1100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14" name="Retângulo: Cantos Superiores Arredondados 13">
                <a:extLst>
                  <a:ext uri="{FF2B5EF4-FFF2-40B4-BE49-F238E27FC236}">
                    <a16:creationId xmlns:a16="http://schemas.microsoft.com/office/drawing/2014/main" id="{D00659DA-04ED-9DE6-9F49-39F3C662B860}"/>
                  </a:ext>
                </a:extLst>
              </p:cNvPr>
              <p:cNvSpPr/>
              <p:nvPr/>
            </p:nvSpPr>
            <p:spPr>
              <a:xfrm>
                <a:off x="78591" y="2679192"/>
                <a:ext cx="1704112" cy="537501"/>
              </a:xfrm>
              <a:prstGeom prst="round2SameRect">
                <a:avLst>
                  <a:gd name="adj1" fmla="val 36579"/>
                  <a:gd name="adj2" fmla="val 0"/>
                </a:avLst>
              </a:prstGeom>
              <a:solidFill>
                <a:srgbClr val="2567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600" b="1" dirty="0">
                    <a:solidFill>
                      <a:schemeClr val="bg1"/>
                    </a:solidFill>
                  </a:rPr>
                  <a:t>Dashboard Aquisições</a:t>
                </a:r>
              </a:p>
            </p:txBody>
          </p:sp>
        </p:grp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38A7088-E863-1DF1-98D8-A03B6E9FCBC3}"/>
              </a:ext>
            </a:extLst>
          </p:cNvPr>
          <p:cNvSpPr txBox="1"/>
          <p:nvPr/>
        </p:nvSpPr>
        <p:spPr>
          <a:xfrm>
            <a:off x="3226630" y="905336"/>
            <a:ext cx="26775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Informações Gerenciais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06B14-E15E-62A5-245E-523F2A0D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CDB7F0B-C199-3D56-CCB9-55FF28667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7556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3DC1B91-EDA1-0CDA-CDC2-F2E3BE14445B}"/>
              </a:ext>
            </a:extLst>
          </p:cNvPr>
          <p:cNvSpPr/>
          <p:nvPr/>
        </p:nvSpPr>
        <p:spPr>
          <a:xfrm>
            <a:off x="0" y="0"/>
            <a:ext cx="9144000" cy="883121"/>
          </a:xfrm>
          <a:prstGeom prst="rect">
            <a:avLst/>
          </a:prstGeom>
          <a:solidFill>
            <a:srgbClr val="00500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BA62B-C1C1-CDC1-97DB-41AA86B3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606" y="0"/>
            <a:ext cx="9242902" cy="813816"/>
          </a:xfrm>
        </p:spPr>
        <p:txBody>
          <a:bodyPr>
            <a:noAutofit/>
          </a:bodyPr>
          <a:lstStyle/>
          <a:p>
            <a:r>
              <a:rPr lang="pt-BR" sz="2800" b="1" dirty="0">
                <a:solidFill>
                  <a:schemeClr val="bg1"/>
                </a:solidFill>
              </a:rPr>
              <a:t>Categorização Extratos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216AE378-7B7C-09D0-C427-EA82ACCD2297}"/>
              </a:ext>
            </a:extLst>
          </p:cNvPr>
          <p:cNvGrpSpPr/>
          <p:nvPr/>
        </p:nvGrpSpPr>
        <p:grpSpPr>
          <a:xfrm>
            <a:off x="238612" y="2750399"/>
            <a:ext cx="8653564" cy="1548006"/>
            <a:chOff x="206543" y="2711346"/>
            <a:chExt cx="8653564" cy="1548006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A5A78847-4544-DF92-FC5F-59F4AD390CFA}"/>
                </a:ext>
              </a:extLst>
            </p:cNvPr>
            <p:cNvGrpSpPr/>
            <p:nvPr/>
          </p:nvGrpSpPr>
          <p:grpSpPr>
            <a:xfrm>
              <a:off x="206543" y="2716795"/>
              <a:ext cx="2426557" cy="1532574"/>
              <a:chOff x="72775" y="2679192"/>
              <a:chExt cx="1709928" cy="1499616"/>
            </a:xfrm>
          </p:grpSpPr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DCAD3F05-8CE0-33D9-55B9-C87E49FBE728}"/>
                  </a:ext>
                </a:extLst>
              </p:cNvPr>
              <p:cNvSpPr/>
              <p:nvPr/>
            </p:nvSpPr>
            <p:spPr>
              <a:xfrm>
                <a:off x="72775" y="2679192"/>
                <a:ext cx="1709928" cy="1499616"/>
              </a:xfrm>
              <a:prstGeom prst="roundRect">
                <a:avLst>
                  <a:gd name="adj" fmla="val 13279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>
                  <a:defRPr sz="1800">
                    <a:solidFill>
                      <a:srgbClr val="595959"/>
                    </a:solidFill>
                  </a:defRPr>
                </a:pPr>
                <a:r>
                  <a:rPr lang="pt-BR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Modelo de Machine Learning (I.A) treinado para categorizar os extratos de acordo com o nosso padrão</a:t>
                </a:r>
              </a:p>
            </p:txBody>
          </p:sp>
          <p:sp>
            <p:nvSpPr>
              <p:cNvPr id="18" name="Retângulo: Cantos Superiores Arredondados 17">
                <a:extLst>
                  <a:ext uri="{FF2B5EF4-FFF2-40B4-BE49-F238E27FC236}">
                    <a16:creationId xmlns:a16="http://schemas.microsoft.com/office/drawing/2014/main" id="{29FE5C14-E600-306C-C440-EF0770BADCA8}"/>
                  </a:ext>
                </a:extLst>
              </p:cNvPr>
              <p:cNvSpPr/>
              <p:nvPr/>
            </p:nvSpPr>
            <p:spPr>
              <a:xfrm>
                <a:off x="78591" y="2679192"/>
                <a:ext cx="1704112" cy="537501"/>
              </a:xfrm>
              <a:prstGeom prst="round2SameRect">
                <a:avLst>
                  <a:gd name="adj1" fmla="val 36579"/>
                  <a:gd name="adj2" fmla="val 0"/>
                </a:avLst>
              </a:prstGeom>
              <a:solidFill>
                <a:srgbClr val="2567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600" b="1" dirty="0">
                    <a:solidFill>
                      <a:schemeClr val="bg1"/>
                    </a:solidFill>
                  </a:rPr>
                  <a:t>Machine Learning</a:t>
                </a:r>
              </a:p>
            </p:txBody>
          </p:sp>
        </p:grp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4357325F-9E00-FAA8-F50E-215603623592}"/>
                </a:ext>
              </a:extLst>
            </p:cNvPr>
            <p:cNvGrpSpPr/>
            <p:nvPr/>
          </p:nvGrpSpPr>
          <p:grpSpPr>
            <a:xfrm>
              <a:off x="3320047" y="2726778"/>
              <a:ext cx="2426557" cy="1532574"/>
              <a:chOff x="72775" y="2679192"/>
              <a:chExt cx="1709928" cy="1499616"/>
            </a:xfrm>
          </p:grpSpPr>
          <p:sp>
            <p:nvSpPr>
              <p:cNvPr id="15" name="Retângulo: Cantos Arredondados 14">
                <a:extLst>
                  <a:ext uri="{FF2B5EF4-FFF2-40B4-BE49-F238E27FC236}">
                    <a16:creationId xmlns:a16="http://schemas.microsoft.com/office/drawing/2014/main" id="{57502B23-1D66-CE1C-17BC-2523461B9BDA}"/>
                  </a:ext>
                </a:extLst>
              </p:cNvPr>
              <p:cNvSpPr/>
              <p:nvPr/>
            </p:nvSpPr>
            <p:spPr>
              <a:xfrm>
                <a:off x="72775" y="2679192"/>
                <a:ext cx="1709928" cy="1499616"/>
              </a:xfrm>
              <a:prstGeom prst="roundRect">
                <a:avLst>
                  <a:gd name="adj" fmla="val 13279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>
                  <a:defRPr sz="1800">
                    <a:solidFill>
                      <a:srgbClr val="595959"/>
                    </a:solidFill>
                  </a:defRPr>
                </a:pPr>
                <a:r>
                  <a:rPr lang="pt-BR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Categorização instantânea de extratos para analises gerenciais de acordo com categorias pré-definidas</a:t>
                </a:r>
              </a:p>
            </p:txBody>
          </p:sp>
          <p:sp>
            <p:nvSpPr>
              <p:cNvPr id="16" name="Retângulo: Cantos Superiores Arredondados 15">
                <a:extLst>
                  <a:ext uri="{FF2B5EF4-FFF2-40B4-BE49-F238E27FC236}">
                    <a16:creationId xmlns:a16="http://schemas.microsoft.com/office/drawing/2014/main" id="{8EF3D542-114D-EB9E-256F-75300986C1ED}"/>
                  </a:ext>
                </a:extLst>
              </p:cNvPr>
              <p:cNvSpPr/>
              <p:nvPr/>
            </p:nvSpPr>
            <p:spPr>
              <a:xfrm>
                <a:off x="78591" y="2679192"/>
                <a:ext cx="1704112" cy="537501"/>
              </a:xfrm>
              <a:prstGeom prst="round2SameRect">
                <a:avLst>
                  <a:gd name="adj1" fmla="val 36579"/>
                  <a:gd name="adj2" fmla="val 0"/>
                </a:avLst>
              </a:prstGeom>
              <a:solidFill>
                <a:srgbClr val="2567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600" b="1" dirty="0">
                    <a:solidFill>
                      <a:schemeClr val="bg1"/>
                    </a:solidFill>
                  </a:rPr>
                  <a:t>Automação</a:t>
                </a:r>
              </a:p>
            </p:txBody>
          </p:sp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F1724216-E03E-675F-4CA5-2E04D643A91C}"/>
                </a:ext>
              </a:extLst>
            </p:cNvPr>
            <p:cNvGrpSpPr/>
            <p:nvPr/>
          </p:nvGrpSpPr>
          <p:grpSpPr>
            <a:xfrm>
              <a:off x="6433550" y="2711346"/>
              <a:ext cx="2426557" cy="1532574"/>
              <a:chOff x="72775" y="2679192"/>
              <a:chExt cx="1709928" cy="1499616"/>
            </a:xfrm>
          </p:grpSpPr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id="{8B349FE1-875B-C7C2-FF61-62FA58F1BEFB}"/>
                  </a:ext>
                </a:extLst>
              </p:cNvPr>
              <p:cNvSpPr/>
              <p:nvPr/>
            </p:nvSpPr>
            <p:spPr>
              <a:xfrm>
                <a:off x="72775" y="2679192"/>
                <a:ext cx="1709928" cy="1499616"/>
              </a:xfrm>
              <a:prstGeom prst="roundRect">
                <a:avLst>
                  <a:gd name="adj" fmla="val 13279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7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/>
                <a:endParaRPr lang="pt-BR" sz="1100" dirty="0">
                  <a:solidFill>
                    <a:schemeClr val="tx1"/>
                  </a:solidFill>
                </a:endParaRPr>
              </a:p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Acompanhamento das aquisições no período.</a:t>
                </a:r>
                <a:endParaRPr lang="pt-BR" sz="1100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14" name="Retângulo: Cantos Superiores Arredondados 13">
                <a:extLst>
                  <a:ext uri="{FF2B5EF4-FFF2-40B4-BE49-F238E27FC236}">
                    <a16:creationId xmlns:a16="http://schemas.microsoft.com/office/drawing/2014/main" id="{1D5113B9-C31D-A06A-1933-0AED520DAA8C}"/>
                  </a:ext>
                </a:extLst>
              </p:cNvPr>
              <p:cNvSpPr/>
              <p:nvPr/>
            </p:nvSpPr>
            <p:spPr>
              <a:xfrm>
                <a:off x="78591" y="2679192"/>
                <a:ext cx="1704112" cy="537501"/>
              </a:xfrm>
              <a:prstGeom prst="round2SameRect">
                <a:avLst>
                  <a:gd name="adj1" fmla="val 36579"/>
                  <a:gd name="adj2" fmla="val 0"/>
                </a:avLst>
              </a:prstGeom>
              <a:solidFill>
                <a:srgbClr val="2567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 sz="1800">
                    <a:solidFill>
                      <a:srgbClr val="595959"/>
                    </a:solidFill>
                  </a:defRPr>
                </a:pPr>
                <a:r>
                  <a:rPr lang="pt-BR" sz="1600" b="1" dirty="0">
                    <a:solidFill>
                      <a:schemeClr val="bg1"/>
                    </a:solidFill>
                  </a:rPr>
                  <a:t>Dashboard Aquisições</a:t>
                </a:r>
              </a:p>
            </p:txBody>
          </p:sp>
        </p:grpSp>
      </p:grpSp>
      <p:pic>
        <p:nvPicPr>
          <p:cNvPr id="3" name="Gráfico 2" descr="Verificação da caixa de entrada com preenchimento sólido">
            <a:extLst>
              <a:ext uri="{FF2B5EF4-FFF2-40B4-BE49-F238E27FC236}">
                <a16:creationId xmlns:a16="http://schemas.microsoft.com/office/drawing/2014/main" id="{93A6A1AE-7C6A-F342-9230-7134AE0F46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631" y="-33488"/>
            <a:ext cx="969990" cy="91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58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FB1FD72-6781-4954-A9CA-9EC19A8B5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7556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D478ABD-414E-DE29-D0D8-8F87498245CE}"/>
              </a:ext>
            </a:extLst>
          </p:cNvPr>
          <p:cNvSpPr/>
          <p:nvPr/>
        </p:nvSpPr>
        <p:spPr>
          <a:xfrm>
            <a:off x="0" y="0"/>
            <a:ext cx="9144000" cy="883121"/>
          </a:xfrm>
          <a:prstGeom prst="rect">
            <a:avLst/>
          </a:prstGeom>
          <a:solidFill>
            <a:srgbClr val="00500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B2FFAB4-5E98-2352-E1E2-40BDCDEC8E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06" y="-22793"/>
            <a:ext cx="1701923" cy="8138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4" y="13942"/>
            <a:ext cx="9144000" cy="891972"/>
          </a:xfrm>
        </p:spPr>
        <p:txBody>
          <a:bodyPr>
            <a:normAutofit/>
          </a:bodyPr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Impacto</a:t>
            </a:r>
            <a:r>
              <a:rPr lang="pt-BR" sz="3600" dirty="0">
                <a:solidFill>
                  <a:schemeClr val="bg1"/>
                </a:solidFill>
              </a:rPr>
              <a:t>s</a:t>
            </a:r>
            <a:r>
              <a:rPr sz="3600" dirty="0">
                <a:solidFill>
                  <a:schemeClr val="bg1"/>
                </a:solidFill>
              </a:rPr>
              <a:t> </a:t>
            </a:r>
            <a:r>
              <a:rPr sz="3600" dirty="0" err="1">
                <a:solidFill>
                  <a:schemeClr val="bg1"/>
                </a:solidFill>
              </a:rPr>
              <a:t>Estratégico</a:t>
            </a:r>
            <a:r>
              <a:rPr lang="pt-BR" sz="3600" dirty="0">
                <a:solidFill>
                  <a:schemeClr val="bg1"/>
                </a:solidFill>
              </a:rPr>
              <a:t>s</a:t>
            </a:r>
            <a:endParaRPr sz="3600" dirty="0">
              <a:solidFill>
                <a:schemeClr val="bg1"/>
              </a:solidFill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8E876A27-F88A-B9E0-C0B7-DDA64E0657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411306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24A1F41-078A-FFB0-5B7F-AF0BAC646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7556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627FECD-AE04-48F1-C6FA-10D95DFB0B82}"/>
              </a:ext>
            </a:extLst>
          </p:cNvPr>
          <p:cNvSpPr/>
          <p:nvPr/>
        </p:nvSpPr>
        <p:spPr>
          <a:xfrm>
            <a:off x="0" y="0"/>
            <a:ext cx="9144000" cy="883121"/>
          </a:xfrm>
          <a:prstGeom prst="rect">
            <a:avLst/>
          </a:prstGeom>
          <a:solidFill>
            <a:srgbClr val="00500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16C83FC-01D1-5488-81B5-B130BA510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06" y="-22793"/>
            <a:ext cx="1701923" cy="8138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37556" cy="883121"/>
          </a:xfrm>
        </p:spPr>
        <p:txBody>
          <a:bodyPr>
            <a:normAutofit/>
          </a:bodyPr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rPr sz="4000" dirty="0" err="1">
                <a:solidFill>
                  <a:schemeClr val="bg1"/>
                </a:solidFill>
              </a:rPr>
              <a:t>Próximos</a:t>
            </a:r>
            <a:r>
              <a:rPr sz="4000" dirty="0">
                <a:solidFill>
                  <a:schemeClr val="bg1"/>
                </a:solidFill>
              </a:rPr>
              <a:t>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1800">
                <a:solidFill>
                  <a:srgbClr val="595959"/>
                </a:solidFill>
              </a:defRPr>
            </a:pP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Integração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direta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via API com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administradoras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bancos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Expansão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novos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fundos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layouts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customizados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1800">
                <a:solidFill>
                  <a:srgbClr val="595959"/>
                </a:solidFill>
              </a:defRPr>
            </a:pP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Geração de </a:t>
            </a:r>
            <a:r>
              <a:rPr lang="pt-BR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Cnab</a:t>
            </a: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Baixa a partir do estoque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1cde21-3992-497a-b8fe-9bb2eb9c95f5" xsi:nil="true"/>
    <lcf76f155ced4ddcb4097134ff3c332f xmlns="242e9f65-b814-4ed0-b249-7801049d5c2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2F5B2064B709C4B96B2BB6BA56010CA" ma:contentTypeVersion="12" ma:contentTypeDescription="Crie um novo documento." ma:contentTypeScope="" ma:versionID="c75267e45ffc441626e65edd1879c154">
  <xsd:schema xmlns:xsd="http://www.w3.org/2001/XMLSchema" xmlns:xs="http://www.w3.org/2001/XMLSchema" xmlns:p="http://schemas.microsoft.com/office/2006/metadata/properties" xmlns:ns2="242e9f65-b814-4ed0-b249-7801049d5c23" xmlns:ns3="051cde21-3992-497a-b8fe-9bb2eb9c95f5" targetNamespace="http://schemas.microsoft.com/office/2006/metadata/properties" ma:root="true" ma:fieldsID="5ce575aedca7f38b5bea02731dab9aa4" ns2:_="" ns3:_="">
    <xsd:import namespace="242e9f65-b814-4ed0-b249-7801049d5c23"/>
    <xsd:import namespace="051cde21-3992-497a-b8fe-9bb2eb9c95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2e9f65-b814-4ed0-b249-7801049d5c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94d2bc3-e22e-42db-b4dd-8ec92871ba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1cde21-3992-497a-b8fe-9bb2eb9c95f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b48e568-db8f-49b3-a172-8970c3cec87e}" ma:internalName="TaxCatchAll" ma:showField="CatchAllData" ma:web="051cde21-3992-497a-b8fe-9bb2eb9c95f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E6ABBD-5638-4A8F-BE47-CBED1ED615CA}">
  <ds:schemaRefs>
    <ds:schemaRef ds:uri="http://schemas.microsoft.com/office/2006/metadata/properties"/>
    <ds:schemaRef ds:uri="http://schemas.microsoft.com/office/infopath/2007/PartnerControls"/>
    <ds:schemaRef ds:uri="051cde21-3992-497a-b8fe-9bb2eb9c95f5"/>
    <ds:schemaRef ds:uri="242e9f65-b814-4ed0-b249-7801049d5c23"/>
  </ds:schemaRefs>
</ds:datastoreItem>
</file>

<file path=customXml/itemProps2.xml><?xml version="1.0" encoding="utf-8"?>
<ds:datastoreItem xmlns:ds="http://schemas.openxmlformats.org/officeDocument/2006/customXml" ds:itemID="{C319DE8B-E8CC-40B3-B385-B864D7D3DD74}"/>
</file>

<file path=customXml/itemProps3.xml><?xml version="1.0" encoding="utf-8"?>
<ds:datastoreItem xmlns:ds="http://schemas.openxmlformats.org/officeDocument/2006/customXml" ds:itemID="{966A1959-FB05-40C6-BE4D-5B2F26C411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315</Words>
  <Application>Microsoft Office PowerPoint</Application>
  <PresentationFormat>Apresentação na tela (4:3)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Plataforma Integrada Carmel Capital</vt:lpstr>
      <vt:lpstr>Apresentação do PowerPoint</vt:lpstr>
      <vt:lpstr>Apresentação do PowerPoint</vt:lpstr>
      <vt:lpstr>Gestão Carteira</vt:lpstr>
      <vt:lpstr>Gestão Carteira</vt:lpstr>
      <vt:lpstr>Categorização Extratos</vt:lpstr>
      <vt:lpstr>Impactos Estratégicos</vt:lpstr>
      <vt:lpstr>Próximos Passos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Martins</cp:lastModifiedBy>
  <cp:revision>1</cp:revision>
  <dcterms:created xsi:type="dcterms:W3CDTF">2013-01-27T09:14:16Z</dcterms:created>
  <dcterms:modified xsi:type="dcterms:W3CDTF">2026-05-12T14:57:59Z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0x010100B2F5B2064B709C4B96B2BB6BA56010CA</vt:lpwstr>
  </property>
  <property fmtid="{D5CDD505-2E9C-101B-9397-08002B2CF9AE}" pid="3" name="MediaServiceImageTags">
    <vt:lpwstr/>
  </property>
</Properties>
</file>